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5" r:id="rId5"/>
    <p:sldId id="259" r:id="rId6"/>
    <p:sldId id="264" r:id="rId7"/>
    <p:sldId id="274" r:id="rId8"/>
    <p:sldId id="265" r:id="rId9"/>
    <p:sldId id="266" r:id="rId10"/>
    <p:sldId id="267" r:id="rId11"/>
    <p:sldId id="260" r:id="rId12"/>
    <p:sldId id="268" r:id="rId13"/>
    <p:sldId id="269" r:id="rId14"/>
    <p:sldId id="276" r:id="rId15"/>
    <p:sldId id="277" r:id="rId16"/>
    <p:sldId id="278" r:id="rId17"/>
    <p:sldId id="272" r:id="rId18"/>
    <p:sldId id="273" r:id="rId19"/>
    <p:sldId id="271" r:id="rId20"/>
    <p:sldId id="263" r:id="rId21"/>
    <p:sldId id="270" r:id="rId22"/>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322" y="31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diagrams/_rels/data1.xml.rels><?xml version="1.0" encoding="UTF-8" standalone="yes"?>
<Relationships xmlns="http://schemas.openxmlformats.org/package/2006/relationships"><Relationship Id="rId1" Type="http://schemas.openxmlformats.org/officeDocument/2006/relationships/hyperlink" Target="https://physionet.org/content/mimiciii-demo/1.4/" TargetMode="External"/></Relationships>
</file>

<file path=ppt/diagrams/_rels/drawing1.xml.rels><?xml version="1.0" encoding="UTF-8" standalone="yes"?>
<Relationships xmlns="http://schemas.openxmlformats.org/package/2006/relationships"><Relationship Id="rId1" Type="http://schemas.openxmlformats.org/officeDocument/2006/relationships/hyperlink" Target="https://physionet.org/content/mimiciii-demo/1.4/" TargetMode="External"/></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4612D99-97A3-4C53-872F-92047ADC052E}" type="doc">
      <dgm:prSet loTypeId="urn:microsoft.com/office/officeart/2008/layout/LinedList" loCatId="list" qsTypeId="urn:microsoft.com/office/officeart/2005/8/quickstyle/simple2" qsCatId="simple" csTypeId="urn:microsoft.com/office/officeart/2005/8/colors/accent6_2" csCatId="accent6" phldr="1"/>
      <dgm:spPr/>
      <dgm:t>
        <a:bodyPr/>
        <a:lstStyle/>
        <a:p>
          <a:endParaRPr lang="en-US"/>
        </a:p>
      </dgm:t>
    </dgm:pt>
    <dgm:pt modelId="{1E1B4DC4-82A1-4511-A812-4D192DE19DFC}">
      <dgm:prSet/>
      <dgm:spPr/>
      <dgm:t>
        <a:bodyPr/>
        <a:lstStyle/>
        <a:p>
          <a:r>
            <a:rPr lang="en-US" dirty="0"/>
            <a:t>The data was taken from:</a:t>
          </a:r>
          <a:br>
            <a:rPr lang="en-US" dirty="0"/>
          </a:br>
          <a:r>
            <a:rPr lang="en-US" dirty="0">
              <a:hlinkClick xmlns:r="http://schemas.openxmlformats.org/officeDocument/2006/relationships" r:id="rId1"/>
            </a:rPr>
            <a:t>MIMIC-III Clinical Database Demo v1.4</a:t>
          </a:r>
          <a:endParaRPr lang="en-US" dirty="0"/>
        </a:p>
      </dgm:t>
    </dgm:pt>
    <dgm:pt modelId="{920991D6-B185-42C4-BE62-81211A31CA7D}" type="parTrans" cxnId="{340D8B14-125C-46A6-B77D-3CA2E2641C38}">
      <dgm:prSet/>
      <dgm:spPr/>
      <dgm:t>
        <a:bodyPr/>
        <a:lstStyle/>
        <a:p>
          <a:endParaRPr lang="en-US"/>
        </a:p>
      </dgm:t>
    </dgm:pt>
    <dgm:pt modelId="{6082DC94-86B7-4614-8284-7171E15E204A}" type="sibTrans" cxnId="{340D8B14-125C-46A6-B77D-3CA2E2641C38}">
      <dgm:prSet/>
      <dgm:spPr/>
      <dgm:t>
        <a:bodyPr/>
        <a:lstStyle/>
        <a:p>
          <a:endParaRPr lang="en-US"/>
        </a:p>
      </dgm:t>
    </dgm:pt>
    <dgm:pt modelId="{B0269BE2-B49A-462F-8272-15E94689E0E5}">
      <dgm:prSet/>
      <dgm:spPr/>
      <dgm:t>
        <a:bodyPr/>
        <a:lstStyle/>
        <a:p>
          <a:r>
            <a:rPr lang="en-US" dirty="0"/>
            <a:t>Our comparison variable is Died in the hospital yes or no.</a:t>
          </a:r>
        </a:p>
      </dgm:t>
    </dgm:pt>
    <dgm:pt modelId="{0A7B91B8-844D-479C-AD8E-32AA7B8009F2}" type="parTrans" cxnId="{DD88E514-BEE9-4DD0-AD32-E027C8A759FE}">
      <dgm:prSet/>
      <dgm:spPr/>
      <dgm:t>
        <a:bodyPr/>
        <a:lstStyle/>
        <a:p>
          <a:endParaRPr lang="en-US"/>
        </a:p>
      </dgm:t>
    </dgm:pt>
    <dgm:pt modelId="{F5C9AAA7-063F-46E0-8840-BCFE20EAE85E}" type="sibTrans" cxnId="{DD88E514-BEE9-4DD0-AD32-E027C8A759FE}">
      <dgm:prSet/>
      <dgm:spPr/>
      <dgm:t>
        <a:bodyPr/>
        <a:lstStyle/>
        <a:p>
          <a:endParaRPr lang="en-US"/>
        </a:p>
      </dgm:t>
    </dgm:pt>
    <dgm:pt modelId="{2859DF98-4B42-4579-871F-3A1E7531D3E0}">
      <dgm:prSet/>
      <dgm:spPr/>
      <dgm:t>
        <a:bodyPr/>
        <a:lstStyle/>
        <a:p>
          <a:r>
            <a:rPr lang="en-US" dirty="0"/>
            <a:t>We will manipulate the data in order to obtain a simpler form of the data to use and apply analysis on.</a:t>
          </a:r>
        </a:p>
      </dgm:t>
    </dgm:pt>
    <dgm:pt modelId="{8248509E-E89C-427D-A1FB-10EC8F3F57CE}" type="parTrans" cxnId="{06BB1D7F-8A02-4C34-984B-166CA5EF22B5}">
      <dgm:prSet/>
      <dgm:spPr/>
      <dgm:t>
        <a:bodyPr/>
        <a:lstStyle/>
        <a:p>
          <a:endParaRPr lang="en-US"/>
        </a:p>
      </dgm:t>
    </dgm:pt>
    <dgm:pt modelId="{D3A98E8A-D072-446D-8FFB-1B2D95EBC842}" type="sibTrans" cxnId="{06BB1D7F-8A02-4C34-984B-166CA5EF22B5}">
      <dgm:prSet/>
      <dgm:spPr/>
      <dgm:t>
        <a:bodyPr/>
        <a:lstStyle/>
        <a:p>
          <a:endParaRPr lang="en-US"/>
        </a:p>
      </dgm:t>
    </dgm:pt>
    <dgm:pt modelId="{B9284EC6-CB19-40A5-A7B7-310D48CC9D84}">
      <dgm:prSet/>
      <dgm:spPr/>
      <dgm:t>
        <a:bodyPr/>
        <a:lstStyle/>
        <a:p>
          <a:r>
            <a:rPr lang="en-US" dirty="0"/>
            <a:t>We pull the relevant data out of our data tables into a single data table which the analysis will be performed on.</a:t>
          </a:r>
        </a:p>
      </dgm:t>
    </dgm:pt>
    <dgm:pt modelId="{FAF704D0-1698-48F8-BBB4-42F05048D4DE}" type="parTrans" cxnId="{63C9A6B3-6C53-411D-8D0D-15F62E86F68E}">
      <dgm:prSet/>
      <dgm:spPr/>
      <dgm:t>
        <a:bodyPr/>
        <a:lstStyle/>
        <a:p>
          <a:endParaRPr lang="en-US"/>
        </a:p>
      </dgm:t>
    </dgm:pt>
    <dgm:pt modelId="{8376B061-BCD1-4D4F-8694-759EBD394438}" type="sibTrans" cxnId="{63C9A6B3-6C53-411D-8D0D-15F62E86F68E}">
      <dgm:prSet/>
      <dgm:spPr/>
      <dgm:t>
        <a:bodyPr/>
        <a:lstStyle/>
        <a:p>
          <a:endParaRPr lang="en-US"/>
        </a:p>
      </dgm:t>
    </dgm:pt>
    <dgm:pt modelId="{CF339F72-271A-4328-82A4-E6448C9943D1}">
      <dgm:prSet/>
      <dgm:spPr/>
      <dgm:t>
        <a:bodyPr/>
        <a:lstStyle/>
        <a:p>
          <a:r>
            <a:rPr lang="en-US" dirty="0"/>
            <a:t>We will conduct a review of the type of variables identify missing data and outliers.</a:t>
          </a:r>
        </a:p>
      </dgm:t>
    </dgm:pt>
    <dgm:pt modelId="{79E45ADC-D897-4939-89CA-68B18B34B9A6}" type="parTrans" cxnId="{28D43686-D1F8-4B0D-A5ED-8F3FE0EF881A}">
      <dgm:prSet/>
      <dgm:spPr/>
      <dgm:t>
        <a:bodyPr/>
        <a:lstStyle/>
        <a:p>
          <a:endParaRPr lang="en-US"/>
        </a:p>
      </dgm:t>
    </dgm:pt>
    <dgm:pt modelId="{9A311B45-819B-4153-820A-F2E990BB5569}" type="sibTrans" cxnId="{28D43686-D1F8-4B0D-A5ED-8F3FE0EF881A}">
      <dgm:prSet/>
      <dgm:spPr/>
      <dgm:t>
        <a:bodyPr/>
        <a:lstStyle/>
        <a:p>
          <a:endParaRPr lang="en-US"/>
        </a:p>
      </dgm:t>
    </dgm:pt>
    <dgm:pt modelId="{1AA68CB0-6A72-4840-AC7C-29D466DD8649}" type="pres">
      <dgm:prSet presAssocID="{E4612D99-97A3-4C53-872F-92047ADC052E}" presName="vert0" presStyleCnt="0">
        <dgm:presLayoutVars>
          <dgm:dir/>
          <dgm:animOne val="branch"/>
          <dgm:animLvl val="lvl"/>
        </dgm:presLayoutVars>
      </dgm:prSet>
      <dgm:spPr/>
    </dgm:pt>
    <dgm:pt modelId="{3E240B0B-07AF-4ACF-A229-FA89463FA682}" type="pres">
      <dgm:prSet presAssocID="{1E1B4DC4-82A1-4511-A812-4D192DE19DFC}" presName="thickLine" presStyleLbl="alignNode1" presStyleIdx="0" presStyleCnt="5"/>
      <dgm:spPr/>
    </dgm:pt>
    <dgm:pt modelId="{4B0502EE-7579-4865-A489-780B775E7C5D}" type="pres">
      <dgm:prSet presAssocID="{1E1B4DC4-82A1-4511-A812-4D192DE19DFC}" presName="horz1" presStyleCnt="0"/>
      <dgm:spPr/>
    </dgm:pt>
    <dgm:pt modelId="{04AFBA99-6EF4-4C2E-90A2-9B286CA5E8D6}" type="pres">
      <dgm:prSet presAssocID="{1E1B4DC4-82A1-4511-A812-4D192DE19DFC}" presName="tx1" presStyleLbl="revTx" presStyleIdx="0" presStyleCnt="5"/>
      <dgm:spPr/>
    </dgm:pt>
    <dgm:pt modelId="{DEFF932C-86BC-47DA-A8FB-1E1694D245C2}" type="pres">
      <dgm:prSet presAssocID="{1E1B4DC4-82A1-4511-A812-4D192DE19DFC}" presName="vert1" presStyleCnt="0"/>
      <dgm:spPr/>
    </dgm:pt>
    <dgm:pt modelId="{0724E479-04F3-4CD8-B35B-AECCA6D9A702}" type="pres">
      <dgm:prSet presAssocID="{B0269BE2-B49A-462F-8272-15E94689E0E5}" presName="thickLine" presStyleLbl="alignNode1" presStyleIdx="1" presStyleCnt="5"/>
      <dgm:spPr/>
    </dgm:pt>
    <dgm:pt modelId="{DAF8FE64-7991-4EA8-8A27-37397629E6DE}" type="pres">
      <dgm:prSet presAssocID="{B0269BE2-B49A-462F-8272-15E94689E0E5}" presName="horz1" presStyleCnt="0"/>
      <dgm:spPr/>
    </dgm:pt>
    <dgm:pt modelId="{FD5E48A6-753B-4B8F-9F5F-EEDF54B7659B}" type="pres">
      <dgm:prSet presAssocID="{B0269BE2-B49A-462F-8272-15E94689E0E5}" presName="tx1" presStyleLbl="revTx" presStyleIdx="1" presStyleCnt="5"/>
      <dgm:spPr/>
    </dgm:pt>
    <dgm:pt modelId="{3EAADC2A-6319-4649-B90B-A5DECE724D8E}" type="pres">
      <dgm:prSet presAssocID="{B0269BE2-B49A-462F-8272-15E94689E0E5}" presName="vert1" presStyleCnt="0"/>
      <dgm:spPr/>
    </dgm:pt>
    <dgm:pt modelId="{F636D8A9-DD62-44EB-8BF0-ACC09ED0A6C5}" type="pres">
      <dgm:prSet presAssocID="{2859DF98-4B42-4579-871F-3A1E7531D3E0}" presName="thickLine" presStyleLbl="alignNode1" presStyleIdx="2" presStyleCnt="5"/>
      <dgm:spPr/>
    </dgm:pt>
    <dgm:pt modelId="{53A06130-2400-4330-AE82-9AE9C2A13594}" type="pres">
      <dgm:prSet presAssocID="{2859DF98-4B42-4579-871F-3A1E7531D3E0}" presName="horz1" presStyleCnt="0"/>
      <dgm:spPr/>
    </dgm:pt>
    <dgm:pt modelId="{DBE87F23-6AE5-4248-BB04-0E874908685C}" type="pres">
      <dgm:prSet presAssocID="{2859DF98-4B42-4579-871F-3A1E7531D3E0}" presName="tx1" presStyleLbl="revTx" presStyleIdx="2" presStyleCnt="5"/>
      <dgm:spPr/>
    </dgm:pt>
    <dgm:pt modelId="{37B006B8-49B2-4805-AF6B-801083E394D9}" type="pres">
      <dgm:prSet presAssocID="{2859DF98-4B42-4579-871F-3A1E7531D3E0}" presName="vert1" presStyleCnt="0"/>
      <dgm:spPr/>
    </dgm:pt>
    <dgm:pt modelId="{F1326BFA-FDD6-4713-9360-587B91B38DC8}" type="pres">
      <dgm:prSet presAssocID="{B9284EC6-CB19-40A5-A7B7-310D48CC9D84}" presName="thickLine" presStyleLbl="alignNode1" presStyleIdx="3" presStyleCnt="5"/>
      <dgm:spPr/>
    </dgm:pt>
    <dgm:pt modelId="{A513FCC7-3A99-4039-BEC8-3A04208E1F19}" type="pres">
      <dgm:prSet presAssocID="{B9284EC6-CB19-40A5-A7B7-310D48CC9D84}" presName="horz1" presStyleCnt="0"/>
      <dgm:spPr/>
    </dgm:pt>
    <dgm:pt modelId="{0601ED31-7ED7-4CF5-83DF-4D67C9184DFD}" type="pres">
      <dgm:prSet presAssocID="{B9284EC6-CB19-40A5-A7B7-310D48CC9D84}" presName="tx1" presStyleLbl="revTx" presStyleIdx="3" presStyleCnt="5"/>
      <dgm:spPr/>
    </dgm:pt>
    <dgm:pt modelId="{D90C7C3D-13D6-4BA8-BD3E-43D67CD6799F}" type="pres">
      <dgm:prSet presAssocID="{B9284EC6-CB19-40A5-A7B7-310D48CC9D84}" presName="vert1" presStyleCnt="0"/>
      <dgm:spPr/>
    </dgm:pt>
    <dgm:pt modelId="{9D7026CE-2427-4F70-8745-769BC484056E}" type="pres">
      <dgm:prSet presAssocID="{CF339F72-271A-4328-82A4-E6448C9943D1}" presName="thickLine" presStyleLbl="alignNode1" presStyleIdx="4" presStyleCnt="5"/>
      <dgm:spPr/>
    </dgm:pt>
    <dgm:pt modelId="{CAA642B7-25FE-4437-AC43-8C1B17BA34ED}" type="pres">
      <dgm:prSet presAssocID="{CF339F72-271A-4328-82A4-E6448C9943D1}" presName="horz1" presStyleCnt="0"/>
      <dgm:spPr/>
    </dgm:pt>
    <dgm:pt modelId="{DC798B67-C602-41AB-B22D-D789A23483F2}" type="pres">
      <dgm:prSet presAssocID="{CF339F72-271A-4328-82A4-E6448C9943D1}" presName="tx1" presStyleLbl="revTx" presStyleIdx="4" presStyleCnt="5"/>
      <dgm:spPr/>
    </dgm:pt>
    <dgm:pt modelId="{000EB0C3-A5C7-415C-A800-0D8A72C3CD55}" type="pres">
      <dgm:prSet presAssocID="{CF339F72-271A-4328-82A4-E6448C9943D1}" presName="vert1" presStyleCnt="0"/>
      <dgm:spPr/>
    </dgm:pt>
  </dgm:ptLst>
  <dgm:cxnLst>
    <dgm:cxn modelId="{83538503-538F-40AE-824A-EAD496AEA896}" type="presOf" srcId="{1E1B4DC4-82A1-4511-A812-4D192DE19DFC}" destId="{04AFBA99-6EF4-4C2E-90A2-9B286CA5E8D6}" srcOrd="0" destOrd="0" presId="urn:microsoft.com/office/officeart/2008/layout/LinedList"/>
    <dgm:cxn modelId="{0720AF0A-F11A-44AC-B629-9A4963196D23}" type="presOf" srcId="{CF339F72-271A-4328-82A4-E6448C9943D1}" destId="{DC798B67-C602-41AB-B22D-D789A23483F2}" srcOrd="0" destOrd="0" presId="urn:microsoft.com/office/officeart/2008/layout/LinedList"/>
    <dgm:cxn modelId="{340D8B14-125C-46A6-B77D-3CA2E2641C38}" srcId="{E4612D99-97A3-4C53-872F-92047ADC052E}" destId="{1E1B4DC4-82A1-4511-A812-4D192DE19DFC}" srcOrd="0" destOrd="0" parTransId="{920991D6-B185-42C4-BE62-81211A31CA7D}" sibTransId="{6082DC94-86B7-4614-8284-7171E15E204A}"/>
    <dgm:cxn modelId="{DD88E514-BEE9-4DD0-AD32-E027C8A759FE}" srcId="{E4612D99-97A3-4C53-872F-92047ADC052E}" destId="{B0269BE2-B49A-462F-8272-15E94689E0E5}" srcOrd="1" destOrd="0" parTransId="{0A7B91B8-844D-479C-AD8E-32AA7B8009F2}" sibTransId="{F5C9AAA7-063F-46E0-8840-BCFE20EAE85E}"/>
    <dgm:cxn modelId="{06BB1D7F-8A02-4C34-984B-166CA5EF22B5}" srcId="{E4612D99-97A3-4C53-872F-92047ADC052E}" destId="{2859DF98-4B42-4579-871F-3A1E7531D3E0}" srcOrd="2" destOrd="0" parTransId="{8248509E-E89C-427D-A1FB-10EC8F3F57CE}" sibTransId="{D3A98E8A-D072-446D-8FFB-1B2D95EBC842}"/>
    <dgm:cxn modelId="{28D43686-D1F8-4B0D-A5ED-8F3FE0EF881A}" srcId="{E4612D99-97A3-4C53-872F-92047ADC052E}" destId="{CF339F72-271A-4328-82A4-E6448C9943D1}" srcOrd="4" destOrd="0" parTransId="{79E45ADC-D897-4939-89CA-68B18B34B9A6}" sibTransId="{9A311B45-819B-4153-820A-F2E990BB5569}"/>
    <dgm:cxn modelId="{3984238C-390C-45D4-9A08-806BC1A19628}" type="presOf" srcId="{B0269BE2-B49A-462F-8272-15E94689E0E5}" destId="{FD5E48A6-753B-4B8F-9F5F-EEDF54B7659B}" srcOrd="0" destOrd="0" presId="urn:microsoft.com/office/officeart/2008/layout/LinedList"/>
    <dgm:cxn modelId="{105B918D-FE0A-42EC-B061-D46E7C943350}" type="presOf" srcId="{B9284EC6-CB19-40A5-A7B7-310D48CC9D84}" destId="{0601ED31-7ED7-4CF5-83DF-4D67C9184DFD}" srcOrd="0" destOrd="0" presId="urn:microsoft.com/office/officeart/2008/layout/LinedList"/>
    <dgm:cxn modelId="{63C9A6B3-6C53-411D-8D0D-15F62E86F68E}" srcId="{E4612D99-97A3-4C53-872F-92047ADC052E}" destId="{B9284EC6-CB19-40A5-A7B7-310D48CC9D84}" srcOrd="3" destOrd="0" parTransId="{FAF704D0-1698-48F8-BBB4-42F05048D4DE}" sibTransId="{8376B061-BCD1-4D4F-8694-759EBD394438}"/>
    <dgm:cxn modelId="{080903CD-157C-4F78-8976-ECFE78934B26}" type="presOf" srcId="{2859DF98-4B42-4579-871F-3A1E7531D3E0}" destId="{DBE87F23-6AE5-4248-BB04-0E874908685C}" srcOrd="0" destOrd="0" presId="urn:microsoft.com/office/officeart/2008/layout/LinedList"/>
    <dgm:cxn modelId="{6836D2DB-1BA2-4579-86B6-71B97BDEFC0C}" type="presOf" srcId="{E4612D99-97A3-4C53-872F-92047ADC052E}" destId="{1AA68CB0-6A72-4840-AC7C-29D466DD8649}" srcOrd="0" destOrd="0" presId="urn:microsoft.com/office/officeart/2008/layout/LinedList"/>
    <dgm:cxn modelId="{680BD396-40D3-45DD-9B32-942828AB42F7}" type="presParOf" srcId="{1AA68CB0-6A72-4840-AC7C-29D466DD8649}" destId="{3E240B0B-07AF-4ACF-A229-FA89463FA682}" srcOrd="0" destOrd="0" presId="urn:microsoft.com/office/officeart/2008/layout/LinedList"/>
    <dgm:cxn modelId="{70E73CB3-34BD-475D-9EAB-A32B8E645066}" type="presParOf" srcId="{1AA68CB0-6A72-4840-AC7C-29D466DD8649}" destId="{4B0502EE-7579-4865-A489-780B775E7C5D}" srcOrd="1" destOrd="0" presId="urn:microsoft.com/office/officeart/2008/layout/LinedList"/>
    <dgm:cxn modelId="{46F4BED1-78C8-42E7-BDFC-89CD775D022C}" type="presParOf" srcId="{4B0502EE-7579-4865-A489-780B775E7C5D}" destId="{04AFBA99-6EF4-4C2E-90A2-9B286CA5E8D6}" srcOrd="0" destOrd="0" presId="urn:microsoft.com/office/officeart/2008/layout/LinedList"/>
    <dgm:cxn modelId="{79A4D9A6-77C4-4D05-99C1-4518A76685D5}" type="presParOf" srcId="{4B0502EE-7579-4865-A489-780B775E7C5D}" destId="{DEFF932C-86BC-47DA-A8FB-1E1694D245C2}" srcOrd="1" destOrd="0" presId="urn:microsoft.com/office/officeart/2008/layout/LinedList"/>
    <dgm:cxn modelId="{8CFB7139-D628-42DA-83D4-C00C3271345F}" type="presParOf" srcId="{1AA68CB0-6A72-4840-AC7C-29D466DD8649}" destId="{0724E479-04F3-4CD8-B35B-AECCA6D9A702}" srcOrd="2" destOrd="0" presId="urn:microsoft.com/office/officeart/2008/layout/LinedList"/>
    <dgm:cxn modelId="{DA625851-2F7E-4457-A7ED-E8DE1DC47CEA}" type="presParOf" srcId="{1AA68CB0-6A72-4840-AC7C-29D466DD8649}" destId="{DAF8FE64-7991-4EA8-8A27-37397629E6DE}" srcOrd="3" destOrd="0" presId="urn:microsoft.com/office/officeart/2008/layout/LinedList"/>
    <dgm:cxn modelId="{9A8B9DD3-414A-488A-BC31-FD426C8CE52A}" type="presParOf" srcId="{DAF8FE64-7991-4EA8-8A27-37397629E6DE}" destId="{FD5E48A6-753B-4B8F-9F5F-EEDF54B7659B}" srcOrd="0" destOrd="0" presId="urn:microsoft.com/office/officeart/2008/layout/LinedList"/>
    <dgm:cxn modelId="{575B9A8C-5BD4-417C-ADB6-EDB02C99552B}" type="presParOf" srcId="{DAF8FE64-7991-4EA8-8A27-37397629E6DE}" destId="{3EAADC2A-6319-4649-B90B-A5DECE724D8E}" srcOrd="1" destOrd="0" presId="urn:microsoft.com/office/officeart/2008/layout/LinedList"/>
    <dgm:cxn modelId="{454DFB89-DAE9-422E-A3B8-F9C480DE4EE6}" type="presParOf" srcId="{1AA68CB0-6A72-4840-AC7C-29D466DD8649}" destId="{F636D8A9-DD62-44EB-8BF0-ACC09ED0A6C5}" srcOrd="4" destOrd="0" presId="urn:microsoft.com/office/officeart/2008/layout/LinedList"/>
    <dgm:cxn modelId="{5A86D2FE-1458-4EDB-8CDB-47E780B6B55C}" type="presParOf" srcId="{1AA68CB0-6A72-4840-AC7C-29D466DD8649}" destId="{53A06130-2400-4330-AE82-9AE9C2A13594}" srcOrd="5" destOrd="0" presId="urn:microsoft.com/office/officeart/2008/layout/LinedList"/>
    <dgm:cxn modelId="{23943F17-C73B-47E7-97E1-1CDBD1539030}" type="presParOf" srcId="{53A06130-2400-4330-AE82-9AE9C2A13594}" destId="{DBE87F23-6AE5-4248-BB04-0E874908685C}" srcOrd="0" destOrd="0" presId="urn:microsoft.com/office/officeart/2008/layout/LinedList"/>
    <dgm:cxn modelId="{7225330A-CE1E-43B2-87A6-25251F36890C}" type="presParOf" srcId="{53A06130-2400-4330-AE82-9AE9C2A13594}" destId="{37B006B8-49B2-4805-AF6B-801083E394D9}" srcOrd="1" destOrd="0" presId="urn:microsoft.com/office/officeart/2008/layout/LinedList"/>
    <dgm:cxn modelId="{1F8A4848-2893-4AAB-BC82-479CA4F570FD}" type="presParOf" srcId="{1AA68CB0-6A72-4840-AC7C-29D466DD8649}" destId="{F1326BFA-FDD6-4713-9360-587B91B38DC8}" srcOrd="6" destOrd="0" presId="urn:microsoft.com/office/officeart/2008/layout/LinedList"/>
    <dgm:cxn modelId="{1DE1854A-7C5A-4547-8DEB-74CADDC29B21}" type="presParOf" srcId="{1AA68CB0-6A72-4840-AC7C-29D466DD8649}" destId="{A513FCC7-3A99-4039-BEC8-3A04208E1F19}" srcOrd="7" destOrd="0" presId="urn:microsoft.com/office/officeart/2008/layout/LinedList"/>
    <dgm:cxn modelId="{D804525F-82A3-486C-A1D0-5CAB9B122E6D}" type="presParOf" srcId="{A513FCC7-3A99-4039-BEC8-3A04208E1F19}" destId="{0601ED31-7ED7-4CF5-83DF-4D67C9184DFD}" srcOrd="0" destOrd="0" presId="urn:microsoft.com/office/officeart/2008/layout/LinedList"/>
    <dgm:cxn modelId="{91E1E95B-925B-4AA4-97C8-508CDE9F75E8}" type="presParOf" srcId="{A513FCC7-3A99-4039-BEC8-3A04208E1F19}" destId="{D90C7C3D-13D6-4BA8-BD3E-43D67CD6799F}" srcOrd="1" destOrd="0" presId="urn:microsoft.com/office/officeart/2008/layout/LinedList"/>
    <dgm:cxn modelId="{933FB372-470B-430A-89E7-CE6FBB439FCB}" type="presParOf" srcId="{1AA68CB0-6A72-4840-AC7C-29D466DD8649}" destId="{9D7026CE-2427-4F70-8745-769BC484056E}" srcOrd="8" destOrd="0" presId="urn:microsoft.com/office/officeart/2008/layout/LinedList"/>
    <dgm:cxn modelId="{12EE50A4-1C90-4A8A-A0DD-4B43C49A1A82}" type="presParOf" srcId="{1AA68CB0-6A72-4840-AC7C-29D466DD8649}" destId="{CAA642B7-25FE-4437-AC43-8C1B17BA34ED}" srcOrd="9" destOrd="0" presId="urn:microsoft.com/office/officeart/2008/layout/LinedList"/>
    <dgm:cxn modelId="{054D1A94-431F-4A71-9DD9-A916F161EA26}" type="presParOf" srcId="{CAA642B7-25FE-4437-AC43-8C1B17BA34ED}" destId="{DC798B67-C602-41AB-B22D-D789A23483F2}" srcOrd="0" destOrd="0" presId="urn:microsoft.com/office/officeart/2008/layout/LinedList"/>
    <dgm:cxn modelId="{2422E082-A2B8-4B47-80DD-AB98B22155D6}" type="presParOf" srcId="{CAA642B7-25FE-4437-AC43-8C1B17BA34ED}" destId="{000EB0C3-A5C7-415C-A800-0D8A72C3CD55}"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EC3EBB1-79D4-40F6-9667-66B2B329A60C}" type="doc">
      <dgm:prSet loTypeId="urn:microsoft.com/office/officeart/2005/8/layout/orgChart1" loCatId="hierarchy" qsTypeId="urn:microsoft.com/office/officeart/2005/8/quickstyle/simple5" qsCatId="simple" csTypeId="urn:microsoft.com/office/officeart/2005/8/colors/accent1_2" csCatId="accent1"/>
      <dgm:spPr/>
      <dgm:t>
        <a:bodyPr/>
        <a:lstStyle/>
        <a:p>
          <a:endParaRPr lang="en-US"/>
        </a:p>
      </dgm:t>
    </dgm:pt>
    <dgm:pt modelId="{9DBC6A3E-CDCA-4A07-9C62-2910A35CE1A0}">
      <dgm:prSet/>
      <dgm:spPr/>
      <dgm:t>
        <a:bodyPr/>
        <a:lstStyle/>
        <a:p>
          <a:r>
            <a:rPr lang="en-US"/>
            <a:t>Chronic Kidney Disease -  </a:t>
          </a:r>
        </a:p>
      </dgm:t>
    </dgm:pt>
    <dgm:pt modelId="{3AFABC3C-D464-4821-8970-41E4C8CCE769}" type="parTrans" cxnId="{47E248F4-619F-4A1F-9FAE-4A2CDFB57BBB}">
      <dgm:prSet/>
      <dgm:spPr/>
      <dgm:t>
        <a:bodyPr/>
        <a:lstStyle/>
        <a:p>
          <a:endParaRPr lang="en-US"/>
        </a:p>
      </dgm:t>
    </dgm:pt>
    <dgm:pt modelId="{F3A79F9E-5F73-4AC8-9AFC-64856137C203}" type="sibTrans" cxnId="{47E248F4-619F-4A1F-9FAE-4A2CDFB57BBB}">
      <dgm:prSet/>
      <dgm:spPr/>
      <dgm:t>
        <a:bodyPr/>
        <a:lstStyle/>
        <a:p>
          <a:endParaRPr lang="en-US"/>
        </a:p>
      </dgm:t>
    </dgm:pt>
    <dgm:pt modelId="{533ED7AF-BCA3-4623-B6FC-595A6F1CE5B8}">
      <dgm:prSet/>
      <dgm:spPr/>
      <dgm:t>
        <a:bodyPr/>
        <a:lstStyle/>
        <a:p>
          <a:r>
            <a:rPr lang="en-US"/>
            <a:t>Gradual Loss of Kidney Function</a:t>
          </a:r>
        </a:p>
      </dgm:t>
    </dgm:pt>
    <dgm:pt modelId="{87C85DD7-5467-45CD-A5E9-0B1656300366}" type="parTrans" cxnId="{ACE84938-9945-4CC3-81EA-D5846FAE744D}">
      <dgm:prSet/>
      <dgm:spPr/>
      <dgm:t>
        <a:bodyPr/>
        <a:lstStyle/>
        <a:p>
          <a:endParaRPr lang="en-US"/>
        </a:p>
      </dgm:t>
    </dgm:pt>
    <dgm:pt modelId="{744C3B9D-0174-4336-81B7-BB6377778754}" type="sibTrans" cxnId="{ACE84938-9945-4CC3-81EA-D5846FAE744D}">
      <dgm:prSet/>
      <dgm:spPr/>
      <dgm:t>
        <a:bodyPr/>
        <a:lstStyle/>
        <a:p>
          <a:endParaRPr lang="en-US"/>
        </a:p>
      </dgm:t>
    </dgm:pt>
    <dgm:pt modelId="{EAA29E66-BB61-47F1-B54B-041DF806BD17}">
      <dgm:prSet/>
      <dgm:spPr/>
      <dgm:t>
        <a:bodyPr/>
        <a:lstStyle/>
        <a:p>
          <a:r>
            <a:rPr lang="en-US"/>
            <a:t>Can lead to Kidney Failure</a:t>
          </a:r>
        </a:p>
      </dgm:t>
    </dgm:pt>
    <dgm:pt modelId="{E2C675C2-3A3F-40EC-AF2D-C0544EF82204}" type="parTrans" cxnId="{B57E3BD5-5B8E-4345-B3CF-24CF0F9151BA}">
      <dgm:prSet/>
      <dgm:spPr/>
      <dgm:t>
        <a:bodyPr/>
        <a:lstStyle/>
        <a:p>
          <a:endParaRPr lang="en-US"/>
        </a:p>
      </dgm:t>
    </dgm:pt>
    <dgm:pt modelId="{6B59BBD6-4FBD-4C40-A4F8-86A5F5CE3CD5}" type="sibTrans" cxnId="{B57E3BD5-5B8E-4345-B3CF-24CF0F9151BA}">
      <dgm:prSet/>
      <dgm:spPr/>
      <dgm:t>
        <a:bodyPr/>
        <a:lstStyle/>
        <a:p>
          <a:endParaRPr lang="en-US"/>
        </a:p>
      </dgm:t>
    </dgm:pt>
    <dgm:pt modelId="{CA356030-A6AB-4A20-BF0E-6596D14AA3F3}">
      <dgm:prSet/>
      <dgm:spPr/>
      <dgm:t>
        <a:bodyPr/>
        <a:lstStyle/>
        <a:p>
          <a:r>
            <a:rPr lang="en-US"/>
            <a:t>Can lead to High Blood pressure</a:t>
          </a:r>
        </a:p>
      </dgm:t>
    </dgm:pt>
    <dgm:pt modelId="{5E23F2F0-108D-4824-9E7A-183EB0C569B5}" type="parTrans" cxnId="{05065059-06DB-4667-A260-5A2B92D6136D}">
      <dgm:prSet/>
      <dgm:spPr/>
      <dgm:t>
        <a:bodyPr/>
        <a:lstStyle/>
        <a:p>
          <a:endParaRPr lang="en-US"/>
        </a:p>
      </dgm:t>
    </dgm:pt>
    <dgm:pt modelId="{CD11BD6A-8E99-4BC5-99B5-F9F007D8092A}" type="sibTrans" cxnId="{05065059-06DB-4667-A260-5A2B92D6136D}">
      <dgm:prSet/>
      <dgm:spPr/>
      <dgm:t>
        <a:bodyPr/>
        <a:lstStyle/>
        <a:p>
          <a:endParaRPr lang="en-US"/>
        </a:p>
      </dgm:t>
    </dgm:pt>
    <dgm:pt modelId="{CADDB417-FC2D-4FE2-A724-3946F66896B6}">
      <dgm:prSet/>
      <dgm:spPr/>
      <dgm:t>
        <a:bodyPr/>
        <a:lstStyle/>
        <a:p>
          <a:r>
            <a:rPr lang="en-US"/>
            <a:t>Can lead to swelling </a:t>
          </a:r>
        </a:p>
      </dgm:t>
    </dgm:pt>
    <dgm:pt modelId="{1F582DDF-1881-4449-A9C5-13620DD43D2B}" type="parTrans" cxnId="{846F066B-395D-4A7D-A277-8968FA12E98D}">
      <dgm:prSet/>
      <dgm:spPr/>
      <dgm:t>
        <a:bodyPr/>
        <a:lstStyle/>
        <a:p>
          <a:endParaRPr lang="en-US"/>
        </a:p>
      </dgm:t>
    </dgm:pt>
    <dgm:pt modelId="{D351E0C0-708E-4897-A147-ED0DB3D4E596}" type="sibTrans" cxnId="{846F066B-395D-4A7D-A277-8968FA12E98D}">
      <dgm:prSet/>
      <dgm:spPr/>
      <dgm:t>
        <a:bodyPr/>
        <a:lstStyle/>
        <a:p>
          <a:endParaRPr lang="en-US"/>
        </a:p>
      </dgm:t>
    </dgm:pt>
    <dgm:pt modelId="{B337175E-337F-4CAC-B598-231E7A3091BB}">
      <dgm:prSet/>
      <dgm:spPr/>
      <dgm:t>
        <a:bodyPr/>
        <a:lstStyle/>
        <a:p>
          <a:r>
            <a:rPr lang="en-US"/>
            <a:t>Can cause higher rate of urinating</a:t>
          </a:r>
        </a:p>
      </dgm:t>
    </dgm:pt>
    <dgm:pt modelId="{8484438C-7CF3-4140-A8AB-DD0A3854AF54}" type="parTrans" cxnId="{DA82D0BD-3D2D-4D0D-9978-48274174870F}">
      <dgm:prSet/>
      <dgm:spPr/>
      <dgm:t>
        <a:bodyPr/>
        <a:lstStyle/>
        <a:p>
          <a:endParaRPr lang="en-US"/>
        </a:p>
      </dgm:t>
    </dgm:pt>
    <dgm:pt modelId="{D34A3EC4-8A3F-4DD5-A101-F01C68416351}" type="sibTrans" cxnId="{DA82D0BD-3D2D-4D0D-9978-48274174870F}">
      <dgm:prSet/>
      <dgm:spPr/>
      <dgm:t>
        <a:bodyPr/>
        <a:lstStyle/>
        <a:p>
          <a:endParaRPr lang="en-US"/>
        </a:p>
      </dgm:t>
    </dgm:pt>
    <dgm:pt modelId="{13E69AF8-2B52-4EBB-883A-59297F5B86EA}" type="pres">
      <dgm:prSet presAssocID="{1EC3EBB1-79D4-40F6-9667-66B2B329A60C}" presName="hierChild1" presStyleCnt="0">
        <dgm:presLayoutVars>
          <dgm:orgChart val="1"/>
          <dgm:chPref val="1"/>
          <dgm:dir/>
          <dgm:animOne val="branch"/>
          <dgm:animLvl val="lvl"/>
          <dgm:resizeHandles/>
        </dgm:presLayoutVars>
      </dgm:prSet>
      <dgm:spPr/>
    </dgm:pt>
    <dgm:pt modelId="{7859F195-0EB0-43F6-A4F9-99406E410236}" type="pres">
      <dgm:prSet presAssocID="{9DBC6A3E-CDCA-4A07-9C62-2910A35CE1A0}" presName="hierRoot1" presStyleCnt="0">
        <dgm:presLayoutVars>
          <dgm:hierBranch val="init"/>
        </dgm:presLayoutVars>
      </dgm:prSet>
      <dgm:spPr/>
    </dgm:pt>
    <dgm:pt modelId="{BC0733AB-C084-471A-B9B0-D5042A7FF802}" type="pres">
      <dgm:prSet presAssocID="{9DBC6A3E-CDCA-4A07-9C62-2910A35CE1A0}" presName="rootComposite1" presStyleCnt="0"/>
      <dgm:spPr/>
    </dgm:pt>
    <dgm:pt modelId="{F5DC081A-A1F2-4DF2-9734-4E817924A769}" type="pres">
      <dgm:prSet presAssocID="{9DBC6A3E-CDCA-4A07-9C62-2910A35CE1A0}" presName="rootText1" presStyleLbl="node0" presStyleIdx="0" presStyleCnt="6">
        <dgm:presLayoutVars>
          <dgm:chPref val="3"/>
        </dgm:presLayoutVars>
      </dgm:prSet>
      <dgm:spPr/>
    </dgm:pt>
    <dgm:pt modelId="{0F587224-E6CD-4CFE-94AB-ABA4F401B584}" type="pres">
      <dgm:prSet presAssocID="{9DBC6A3E-CDCA-4A07-9C62-2910A35CE1A0}" presName="rootConnector1" presStyleLbl="node1" presStyleIdx="0" presStyleCnt="0"/>
      <dgm:spPr/>
    </dgm:pt>
    <dgm:pt modelId="{0BDB94EA-9774-4C57-BA5A-BFEB71CE9BB9}" type="pres">
      <dgm:prSet presAssocID="{9DBC6A3E-CDCA-4A07-9C62-2910A35CE1A0}" presName="hierChild2" presStyleCnt="0"/>
      <dgm:spPr/>
    </dgm:pt>
    <dgm:pt modelId="{DAFE60CA-2506-4C7C-9DA3-CE638F280919}" type="pres">
      <dgm:prSet presAssocID="{9DBC6A3E-CDCA-4A07-9C62-2910A35CE1A0}" presName="hierChild3" presStyleCnt="0"/>
      <dgm:spPr/>
    </dgm:pt>
    <dgm:pt modelId="{1E1F9681-5ED0-454A-B522-E4EB65209E95}" type="pres">
      <dgm:prSet presAssocID="{533ED7AF-BCA3-4623-B6FC-595A6F1CE5B8}" presName="hierRoot1" presStyleCnt="0">
        <dgm:presLayoutVars>
          <dgm:hierBranch val="init"/>
        </dgm:presLayoutVars>
      </dgm:prSet>
      <dgm:spPr/>
    </dgm:pt>
    <dgm:pt modelId="{4B1C6FE4-408A-4A2B-92B5-6099A53F5E79}" type="pres">
      <dgm:prSet presAssocID="{533ED7AF-BCA3-4623-B6FC-595A6F1CE5B8}" presName="rootComposite1" presStyleCnt="0"/>
      <dgm:spPr/>
    </dgm:pt>
    <dgm:pt modelId="{8D7FEB41-E2E0-45D3-942E-6BFD73CA4775}" type="pres">
      <dgm:prSet presAssocID="{533ED7AF-BCA3-4623-B6FC-595A6F1CE5B8}" presName="rootText1" presStyleLbl="node0" presStyleIdx="1" presStyleCnt="6">
        <dgm:presLayoutVars>
          <dgm:chPref val="3"/>
        </dgm:presLayoutVars>
      </dgm:prSet>
      <dgm:spPr/>
    </dgm:pt>
    <dgm:pt modelId="{4B9B7635-003C-4885-B1B5-774CF4B7864D}" type="pres">
      <dgm:prSet presAssocID="{533ED7AF-BCA3-4623-B6FC-595A6F1CE5B8}" presName="rootConnector1" presStyleLbl="node1" presStyleIdx="0" presStyleCnt="0"/>
      <dgm:spPr/>
    </dgm:pt>
    <dgm:pt modelId="{36B67B6E-EF26-4BEE-B180-DD6D96BC5EC8}" type="pres">
      <dgm:prSet presAssocID="{533ED7AF-BCA3-4623-B6FC-595A6F1CE5B8}" presName="hierChild2" presStyleCnt="0"/>
      <dgm:spPr/>
    </dgm:pt>
    <dgm:pt modelId="{976F8DE1-FADD-4D9E-97B6-9967EE837ACB}" type="pres">
      <dgm:prSet presAssocID="{533ED7AF-BCA3-4623-B6FC-595A6F1CE5B8}" presName="hierChild3" presStyleCnt="0"/>
      <dgm:spPr/>
    </dgm:pt>
    <dgm:pt modelId="{7C18BFFA-039A-41FF-BAD2-E5DBE03A1B5C}" type="pres">
      <dgm:prSet presAssocID="{EAA29E66-BB61-47F1-B54B-041DF806BD17}" presName="hierRoot1" presStyleCnt="0">
        <dgm:presLayoutVars>
          <dgm:hierBranch val="init"/>
        </dgm:presLayoutVars>
      </dgm:prSet>
      <dgm:spPr/>
    </dgm:pt>
    <dgm:pt modelId="{430852F9-2537-4999-90E7-11800AFF94C2}" type="pres">
      <dgm:prSet presAssocID="{EAA29E66-BB61-47F1-B54B-041DF806BD17}" presName="rootComposite1" presStyleCnt="0"/>
      <dgm:spPr/>
    </dgm:pt>
    <dgm:pt modelId="{467EE089-903F-4FE6-9115-A15C08866BA7}" type="pres">
      <dgm:prSet presAssocID="{EAA29E66-BB61-47F1-B54B-041DF806BD17}" presName="rootText1" presStyleLbl="node0" presStyleIdx="2" presStyleCnt="6">
        <dgm:presLayoutVars>
          <dgm:chPref val="3"/>
        </dgm:presLayoutVars>
      </dgm:prSet>
      <dgm:spPr/>
    </dgm:pt>
    <dgm:pt modelId="{1BE4CA95-8932-4A90-96FA-C21314151AF9}" type="pres">
      <dgm:prSet presAssocID="{EAA29E66-BB61-47F1-B54B-041DF806BD17}" presName="rootConnector1" presStyleLbl="node1" presStyleIdx="0" presStyleCnt="0"/>
      <dgm:spPr/>
    </dgm:pt>
    <dgm:pt modelId="{89DE4A4D-0A09-43A5-BC8C-424C1D812A5C}" type="pres">
      <dgm:prSet presAssocID="{EAA29E66-BB61-47F1-B54B-041DF806BD17}" presName="hierChild2" presStyleCnt="0"/>
      <dgm:spPr/>
    </dgm:pt>
    <dgm:pt modelId="{03CF34EA-F9D3-4304-B5C8-3B0A8EEB1E86}" type="pres">
      <dgm:prSet presAssocID="{EAA29E66-BB61-47F1-B54B-041DF806BD17}" presName="hierChild3" presStyleCnt="0"/>
      <dgm:spPr/>
    </dgm:pt>
    <dgm:pt modelId="{41C5F2B2-FB67-41F7-B571-E6DE69F0582F}" type="pres">
      <dgm:prSet presAssocID="{CA356030-A6AB-4A20-BF0E-6596D14AA3F3}" presName="hierRoot1" presStyleCnt="0">
        <dgm:presLayoutVars>
          <dgm:hierBranch val="init"/>
        </dgm:presLayoutVars>
      </dgm:prSet>
      <dgm:spPr/>
    </dgm:pt>
    <dgm:pt modelId="{768436B7-5032-4211-944E-6584D786673B}" type="pres">
      <dgm:prSet presAssocID="{CA356030-A6AB-4A20-BF0E-6596D14AA3F3}" presName="rootComposite1" presStyleCnt="0"/>
      <dgm:spPr/>
    </dgm:pt>
    <dgm:pt modelId="{3CD8289F-75B0-41A5-BED9-3B7E07E2F583}" type="pres">
      <dgm:prSet presAssocID="{CA356030-A6AB-4A20-BF0E-6596D14AA3F3}" presName="rootText1" presStyleLbl="node0" presStyleIdx="3" presStyleCnt="6">
        <dgm:presLayoutVars>
          <dgm:chPref val="3"/>
        </dgm:presLayoutVars>
      </dgm:prSet>
      <dgm:spPr/>
    </dgm:pt>
    <dgm:pt modelId="{AA743A53-AE3B-4EF0-B702-05CC91D3BF5E}" type="pres">
      <dgm:prSet presAssocID="{CA356030-A6AB-4A20-BF0E-6596D14AA3F3}" presName="rootConnector1" presStyleLbl="node1" presStyleIdx="0" presStyleCnt="0"/>
      <dgm:spPr/>
    </dgm:pt>
    <dgm:pt modelId="{5297A0A1-51FF-4A1D-8323-01637EE4D5B3}" type="pres">
      <dgm:prSet presAssocID="{CA356030-A6AB-4A20-BF0E-6596D14AA3F3}" presName="hierChild2" presStyleCnt="0"/>
      <dgm:spPr/>
    </dgm:pt>
    <dgm:pt modelId="{4BB4663C-4347-42F1-A803-3CA543C534D3}" type="pres">
      <dgm:prSet presAssocID="{CA356030-A6AB-4A20-BF0E-6596D14AA3F3}" presName="hierChild3" presStyleCnt="0"/>
      <dgm:spPr/>
    </dgm:pt>
    <dgm:pt modelId="{D2F1B3C2-F1F2-4DAA-B1C4-7F9282F93963}" type="pres">
      <dgm:prSet presAssocID="{CADDB417-FC2D-4FE2-A724-3946F66896B6}" presName="hierRoot1" presStyleCnt="0">
        <dgm:presLayoutVars>
          <dgm:hierBranch val="init"/>
        </dgm:presLayoutVars>
      </dgm:prSet>
      <dgm:spPr/>
    </dgm:pt>
    <dgm:pt modelId="{5DA88DBA-47A4-4591-B347-D205CD3D098C}" type="pres">
      <dgm:prSet presAssocID="{CADDB417-FC2D-4FE2-A724-3946F66896B6}" presName="rootComposite1" presStyleCnt="0"/>
      <dgm:spPr/>
    </dgm:pt>
    <dgm:pt modelId="{A50E7323-08F1-4A52-9038-967786D1AE4E}" type="pres">
      <dgm:prSet presAssocID="{CADDB417-FC2D-4FE2-A724-3946F66896B6}" presName="rootText1" presStyleLbl="node0" presStyleIdx="4" presStyleCnt="6">
        <dgm:presLayoutVars>
          <dgm:chPref val="3"/>
        </dgm:presLayoutVars>
      </dgm:prSet>
      <dgm:spPr/>
    </dgm:pt>
    <dgm:pt modelId="{EB7BB2F1-2671-4C70-BB58-E9F07BDD26FB}" type="pres">
      <dgm:prSet presAssocID="{CADDB417-FC2D-4FE2-A724-3946F66896B6}" presName="rootConnector1" presStyleLbl="node1" presStyleIdx="0" presStyleCnt="0"/>
      <dgm:spPr/>
    </dgm:pt>
    <dgm:pt modelId="{D639A63D-4B76-406C-A8B9-A9E5302EF9AF}" type="pres">
      <dgm:prSet presAssocID="{CADDB417-FC2D-4FE2-A724-3946F66896B6}" presName="hierChild2" presStyleCnt="0"/>
      <dgm:spPr/>
    </dgm:pt>
    <dgm:pt modelId="{55BA14B0-4F7B-447E-8D75-916D2946D567}" type="pres">
      <dgm:prSet presAssocID="{CADDB417-FC2D-4FE2-A724-3946F66896B6}" presName="hierChild3" presStyleCnt="0"/>
      <dgm:spPr/>
    </dgm:pt>
    <dgm:pt modelId="{4C030F4B-A3D2-464C-BE0D-A07040468050}" type="pres">
      <dgm:prSet presAssocID="{B337175E-337F-4CAC-B598-231E7A3091BB}" presName="hierRoot1" presStyleCnt="0">
        <dgm:presLayoutVars>
          <dgm:hierBranch val="init"/>
        </dgm:presLayoutVars>
      </dgm:prSet>
      <dgm:spPr/>
    </dgm:pt>
    <dgm:pt modelId="{9328D302-618C-4CBB-9CF7-E3A29FEA926D}" type="pres">
      <dgm:prSet presAssocID="{B337175E-337F-4CAC-B598-231E7A3091BB}" presName="rootComposite1" presStyleCnt="0"/>
      <dgm:spPr/>
    </dgm:pt>
    <dgm:pt modelId="{1B6C375B-03AE-4DFB-8AF5-4F689710CE44}" type="pres">
      <dgm:prSet presAssocID="{B337175E-337F-4CAC-B598-231E7A3091BB}" presName="rootText1" presStyleLbl="node0" presStyleIdx="5" presStyleCnt="6">
        <dgm:presLayoutVars>
          <dgm:chPref val="3"/>
        </dgm:presLayoutVars>
      </dgm:prSet>
      <dgm:spPr/>
    </dgm:pt>
    <dgm:pt modelId="{29FABC49-06F5-4820-A847-72BEE0FDB344}" type="pres">
      <dgm:prSet presAssocID="{B337175E-337F-4CAC-B598-231E7A3091BB}" presName="rootConnector1" presStyleLbl="node1" presStyleIdx="0" presStyleCnt="0"/>
      <dgm:spPr/>
    </dgm:pt>
    <dgm:pt modelId="{CFFB2C61-0644-4D6F-91B4-971DADB2A8F9}" type="pres">
      <dgm:prSet presAssocID="{B337175E-337F-4CAC-B598-231E7A3091BB}" presName="hierChild2" presStyleCnt="0"/>
      <dgm:spPr/>
    </dgm:pt>
    <dgm:pt modelId="{24499C9B-C6C9-478A-A418-003EE91824EE}" type="pres">
      <dgm:prSet presAssocID="{B337175E-337F-4CAC-B598-231E7A3091BB}" presName="hierChild3" presStyleCnt="0"/>
      <dgm:spPr/>
    </dgm:pt>
  </dgm:ptLst>
  <dgm:cxnLst>
    <dgm:cxn modelId="{EA0F1A1B-D55A-4E70-A1ED-147BCC448778}" type="presOf" srcId="{9DBC6A3E-CDCA-4A07-9C62-2910A35CE1A0}" destId="{0F587224-E6CD-4CFE-94AB-ABA4F401B584}" srcOrd="1" destOrd="0" presId="urn:microsoft.com/office/officeart/2005/8/layout/orgChart1"/>
    <dgm:cxn modelId="{ACE84938-9945-4CC3-81EA-D5846FAE744D}" srcId="{1EC3EBB1-79D4-40F6-9667-66B2B329A60C}" destId="{533ED7AF-BCA3-4623-B6FC-595A6F1CE5B8}" srcOrd="1" destOrd="0" parTransId="{87C85DD7-5467-45CD-A5E9-0B1656300366}" sibTransId="{744C3B9D-0174-4336-81B7-BB6377778754}"/>
    <dgm:cxn modelId="{2426C43C-D21C-4EFA-81CE-C364CDB9FF52}" type="presOf" srcId="{CADDB417-FC2D-4FE2-A724-3946F66896B6}" destId="{A50E7323-08F1-4A52-9038-967786D1AE4E}" srcOrd="0" destOrd="0" presId="urn:microsoft.com/office/officeart/2005/8/layout/orgChart1"/>
    <dgm:cxn modelId="{41ACF93C-30B0-4A9F-8994-61CE44C5B8E3}" type="presOf" srcId="{EAA29E66-BB61-47F1-B54B-041DF806BD17}" destId="{467EE089-903F-4FE6-9115-A15C08866BA7}" srcOrd="0" destOrd="0" presId="urn:microsoft.com/office/officeart/2005/8/layout/orgChart1"/>
    <dgm:cxn modelId="{846F066B-395D-4A7D-A277-8968FA12E98D}" srcId="{1EC3EBB1-79D4-40F6-9667-66B2B329A60C}" destId="{CADDB417-FC2D-4FE2-A724-3946F66896B6}" srcOrd="4" destOrd="0" parTransId="{1F582DDF-1881-4449-A9C5-13620DD43D2B}" sibTransId="{D351E0C0-708E-4897-A147-ED0DB3D4E596}"/>
    <dgm:cxn modelId="{C4F31574-91F3-44BA-A488-09C5126E7413}" type="presOf" srcId="{1EC3EBB1-79D4-40F6-9667-66B2B329A60C}" destId="{13E69AF8-2B52-4EBB-883A-59297F5B86EA}" srcOrd="0" destOrd="0" presId="urn:microsoft.com/office/officeart/2005/8/layout/orgChart1"/>
    <dgm:cxn modelId="{2A454476-7BB6-40BE-AB3E-6F4685440C6E}" type="presOf" srcId="{533ED7AF-BCA3-4623-B6FC-595A6F1CE5B8}" destId="{4B9B7635-003C-4885-B1B5-774CF4B7864D}" srcOrd="1" destOrd="0" presId="urn:microsoft.com/office/officeart/2005/8/layout/orgChart1"/>
    <dgm:cxn modelId="{05065059-06DB-4667-A260-5A2B92D6136D}" srcId="{1EC3EBB1-79D4-40F6-9667-66B2B329A60C}" destId="{CA356030-A6AB-4A20-BF0E-6596D14AA3F3}" srcOrd="3" destOrd="0" parTransId="{5E23F2F0-108D-4824-9E7A-183EB0C569B5}" sibTransId="{CD11BD6A-8E99-4BC5-99B5-F9F007D8092A}"/>
    <dgm:cxn modelId="{1299CA7B-8CC7-478B-B825-C5D2CEFB6722}" type="presOf" srcId="{9DBC6A3E-CDCA-4A07-9C62-2910A35CE1A0}" destId="{F5DC081A-A1F2-4DF2-9734-4E817924A769}" srcOrd="0" destOrd="0" presId="urn:microsoft.com/office/officeart/2005/8/layout/orgChart1"/>
    <dgm:cxn modelId="{4839C78F-9BCA-4112-BD41-8A7F495C5B55}" type="presOf" srcId="{B337175E-337F-4CAC-B598-231E7A3091BB}" destId="{1B6C375B-03AE-4DFB-8AF5-4F689710CE44}" srcOrd="0" destOrd="0" presId="urn:microsoft.com/office/officeart/2005/8/layout/orgChart1"/>
    <dgm:cxn modelId="{1C1D3090-16C9-4D44-AF75-086D02B2A9E9}" type="presOf" srcId="{EAA29E66-BB61-47F1-B54B-041DF806BD17}" destId="{1BE4CA95-8932-4A90-96FA-C21314151AF9}" srcOrd="1" destOrd="0" presId="urn:microsoft.com/office/officeart/2005/8/layout/orgChart1"/>
    <dgm:cxn modelId="{E6CF6FB0-C66C-4C82-B221-FED2B4083273}" type="presOf" srcId="{CADDB417-FC2D-4FE2-A724-3946F66896B6}" destId="{EB7BB2F1-2671-4C70-BB58-E9F07BDD26FB}" srcOrd="1" destOrd="0" presId="urn:microsoft.com/office/officeart/2005/8/layout/orgChart1"/>
    <dgm:cxn modelId="{E9927DBD-7A23-45F3-8B41-DEF99331B6A2}" type="presOf" srcId="{B337175E-337F-4CAC-B598-231E7A3091BB}" destId="{29FABC49-06F5-4820-A847-72BEE0FDB344}" srcOrd="1" destOrd="0" presId="urn:microsoft.com/office/officeart/2005/8/layout/orgChart1"/>
    <dgm:cxn modelId="{DA82D0BD-3D2D-4D0D-9978-48274174870F}" srcId="{1EC3EBB1-79D4-40F6-9667-66B2B329A60C}" destId="{B337175E-337F-4CAC-B598-231E7A3091BB}" srcOrd="5" destOrd="0" parTransId="{8484438C-7CF3-4140-A8AB-DD0A3854AF54}" sibTransId="{D34A3EC4-8A3F-4DD5-A101-F01C68416351}"/>
    <dgm:cxn modelId="{484703BF-DF20-4441-80BD-5576CFFE964D}" type="presOf" srcId="{CA356030-A6AB-4A20-BF0E-6596D14AA3F3}" destId="{3CD8289F-75B0-41A5-BED9-3B7E07E2F583}" srcOrd="0" destOrd="0" presId="urn:microsoft.com/office/officeart/2005/8/layout/orgChart1"/>
    <dgm:cxn modelId="{BCF9FECA-2141-49D6-89EA-5CD130F61278}" type="presOf" srcId="{533ED7AF-BCA3-4623-B6FC-595A6F1CE5B8}" destId="{8D7FEB41-E2E0-45D3-942E-6BFD73CA4775}" srcOrd="0" destOrd="0" presId="urn:microsoft.com/office/officeart/2005/8/layout/orgChart1"/>
    <dgm:cxn modelId="{B57E3BD5-5B8E-4345-B3CF-24CF0F9151BA}" srcId="{1EC3EBB1-79D4-40F6-9667-66B2B329A60C}" destId="{EAA29E66-BB61-47F1-B54B-041DF806BD17}" srcOrd="2" destOrd="0" parTransId="{E2C675C2-3A3F-40EC-AF2D-C0544EF82204}" sibTransId="{6B59BBD6-4FBD-4C40-A4F8-86A5F5CE3CD5}"/>
    <dgm:cxn modelId="{AF31DADE-8A82-4F72-A03F-30B6D2DF9756}" type="presOf" srcId="{CA356030-A6AB-4A20-BF0E-6596D14AA3F3}" destId="{AA743A53-AE3B-4EF0-B702-05CC91D3BF5E}" srcOrd="1" destOrd="0" presId="urn:microsoft.com/office/officeart/2005/8/layout/orgChart1"/>
    <dgm:cxn modelId="{47E248F4-619F-4A1F-9FAE-4A2CDFB57BBB}" srcId="{1EC3EBB1-79D4-40F6-9667-66B2B329A60C}" destId="{9DBC6A3E-CDCA-4A07-9C62-2910A35CE1A0}" srcOrd="0" destOrd="0" parTransId="{3AFABC3C-D464-4821-8970-41E4C8CCE769}" sibTransId="{F3A79F9E-5F73-4AC8-9AFC-64856137C203}"/>
    <dgm:cxn modelId="{FF9889CB-BE74-4E9A-A64F-DB38999675E7}" type="presParOf" srcId="{13E69AF8-2B52-4EBB-883A-59297F5B86EA}" destId="{7859F195-0EB0-43F6-A4F9-99406E410236}" srcOrd="0" destOrd="0" presId="urn:microsoft.com/office/officeart/2005/8/layout/orgChart1"/>
    <dgm:cxn modelId="{8D5EC8B0-5C42-4F53-BD15-D5442E0A410C}" type="presParOf" srcId="{7859F195-0EB0-43F6-A4F9-99406E410236}" destId="{BC0733AB-C084-471A-B9B0-D5042A7FF802}" srcOrd="0" destOrd="0" presId="urn:microsoft.com/office/officeart/2005/8/layout/orgChart1"/>
    <dgm:cxn modelId="{ACE465B9-F36D-4412-9D78-B0E4BEC8AFC9}" type="presParOf" srcId="{BC0733AB-C084-471A-B9B0-D5042A7FF802}" destId="{F5DC081A-A1F2-4DF2-9734-4E817924A769}" srcOrd="0" destOrd="0" presId="urn:microsoft.com/office/officeart/2005/8/layout/orgChart1"/>
    <dgm:cxn modelId="{608A4109-D798-46A9-A8D5-EE48BA465E58}" type="presParOf" srcId="{BC0733AB-C084-471A-B9B0-D5042A7FF802}" destId="{0F587224-E6CD-4CFE-94AB-ABA4F401B584}" srcOrd="1" destOrd="0" presId="urn:microsoft.com/office/officeart/2005/8/layout/orgChart1"/>
    <dgm:cxn modelId="{4B03563F-83C2-4E34-9BAA-E2146612F849}" type="presParOf" srcId="{7859F195-0EB0-43F6-A4F9-99406E410236}" destId="{0BDB94EA-9774-4C57-BA5A-BFEB71CE9BB9}" srcOrd="1" destOrd="0" presId="urn:microsoft.com/office/officeart/2005/8/layout/orgChart1"/>
    <dgm:cxn modelId="{BDBC0F20-1DB1-49BC-AD57-D752CF6F8240}" type="presParOf" srcId="{7859F195-0EB0-43F6-A4F9-99406E410236}" destId="{DAFE60CA-2506-4C7C-9DA3-CE638F280919}" srcOrd="2" destOrd="0" presId="urn:microsoft.com/office/officeart/2005/8/layout/orgChart1"/>
    <dgm:cxn modelId="{6EB089F3-0638-489A-B48D-4B89661946FD}" type="presParOf" srcId="{13E69AF8-2B52-4EBB-883A-59297F5B86EA}" destId="{1E1F9681-5ED0-454A-B522-E4EB65209E95}" srcOrd="1" destOrd="0" presId="urn:microsoft.com/office/officeart/2005/8/layout/orgChart1"/>
    <dgm:cxn modelId="{44A2D219-7643-4978-BF99-B9E4AC7BE022}" type="presParOf" srcId="{1E1F9681-5ED0-454A-B522-E4EB65209E95}" destId="{4B1C6FE4-408A-4A2B-92B5-6099A53F5E79}" srcOrd="0" destOrd="0" presId="urn:microsoft.com/office/officeart/2005/8/layout/orgChart1"/>
    <dgm:cxn modelId="{B9F2CA81-7449-4B98-8559-41688B9354BE}" type="presParOf" srcId="{4B1C6FE4-408A-4A2B-92B5-6099A53F5E79}" destId="{8D7FEB41-E2E0-45D3-942E-6BFD73CA4775}" srcOrd="0" destOrd="0" presId="urn:microsoft.com/office/officeart/2005/8/layout/orgChart1"/>
    <dgm:cxn modelId="{34253F21-C47E-4100-9327-C98AF9EF7FE4}" type="presParOf" srcId="{4B1C6FE4-408A-4A2B-92B5-6099A53F5E79}" destId="{4B9B7635-003C-4885-B1B5-774CF4B7864D}" srcOrd="1" destOrd="0" presId="urn:microsoft.com/office/officeart/2005/8/layout/orgChart1"/>
    <dgm:cxn modelId="{871AD471-034F-412C-A607-043381324F93}" type="presParOf" srcId="{1E1F9681-5ED0-454A-B522-E4EB65209E95}" destId="{36B67B6E-EF26-4BEE-B180-DD6D96BC5EC8}" srcOrd="1" destOrd="0" presId="urn:microsoft.com/office/officeart/2005/8/layout/orgChart1"/>
    <dgm:cxn modelId="{A4B04232-2B60-4DB7-AC1B-40C29832E9EA}" type="presParOf" srcId="{1E1F9681-5ED0-454A-B522-E4EB65209E95}" destId="{976F8DE1-FADD-4D9E-97B6-9967EE837ACB}" srcOrd="2" destOrd="0" presId="urn:microsoft.com/office/officeart/2005/8/layout/orgChart1"/>
    <dgm:cxn modelId="{0E93122D-04EF-42CE-B9BC-F19037DD92A5}" type="presParOf" srcId="{13E69AF8-2B52-4EBB-883A-59297F5B86EA}" destId="{7C18BFFA-039A-41FF-BAD2-E5DBE03A1B5C}" srcOrd="2" destOrd="0" presId="urn:microsoft.com/office/officeart/2005/8/layout/orgChart1"/>
    <dgm:cxn modelId="{0E5F8D95-F630-4464-926C-FBB545A7725C}" type="presParOf" srcId="{7C18BFFA-039A-41FF-BAD2-E5DBE03A1B5C}" destId="{430852F9-2537-4999-90E7-11800AFF94C2}" srcOrd="0" destOrd="0" presId="urn:microsoft.com/office/officeart/2005/8/layout/orgChart1"/>
    <dgm:cxn modelId="{4217589C-0172-4361-B2C7-2C0C951056BE}" type="presParOf" srcId="{430852F9-2537-4999-90E7-11800AFF94C2}" destId="{467EE089-903F-4FE6-9115-A15C08866BA7}" srcOrd="0" destOrd="0" presId="urn:microsoft.com/office/officeart/2005/8/layout/orgChart1"/>
    <dgm:cxn modelId="{F0D1901F-4483-4D95-8802-2BB78F66AE45}" type="presParOf" srcId="{430852F9-2537-4999-90E7-11800AFF94C2}" destId="{1BE4CA95-8932-4A90-96FA-C21314151AF9}" srcOrd="1" destOrd="0" presId="urn:microsoft.com/office/officeart/2005/8/layout/orgChart1"/>
    <dgm:cxn modelId="{CDB6C19A-4F5B-488C-BBAD-F0A0054E4BA3}" type="presParOf" srcId="{7C18BFFA-039A-41FF-BAD2-E5DBE03A1B5C}" destId="{89DE4A4D-0A09-43A5-BC8C-424C1D812A5C}" srcOrd="1" destOrd="0" presId="urn:microsoft.com/office/officeart/2005/8/layout/orgChart1"/>
    <dgm:cxn modelId="{FA30F1D4-7FE1-4AE2-9337-633A64BCF0E4}" type="presParOf" srcId="{7C18BFFA-039A-41FF-BAD2-E5DBE03A1B5C}" destId="{03CF34EA-F9D3-4304-B5C8-3B0A8EEB1E86}" srcOrd="2" destOrd="0" presId="urn:microsoft.com/office/officeart/2005/8/layout/orgChart1"/>
    <dgm:cxn modelId="{8BC26893-E3BF-4609-9607-708D752CA15E}" type="presParOf" srcId="{13E69AF8-2B52-4EBB-883A-59297F5B86EA}" destId="{41C5F2B2-FB67-41F7-B571-E6DE69F0582F}" srcOrd="3" destOrd="0" presId="urn:microsoft.com/office/officeart/2005/8/layout/orgChart1"/>
    <dgm:cxn modelId="{45D01DAC-6214-401E-B9DB-A6ACDE662352}" type="presParOf" srcId="{41C5F2B2-FB67-41F7-B571-E6DE69F0582F}" destId="{768436B7-5032-4211-944E-6584D786673B}" srcOrd="0" destOrd="0" presId="urn:microsoft.com/office/officeart/2005/8/layout/orgChart1"/>
    <dgm:cxn modelId="{7C794004-1DAE-4EE4-9464-3EED3C30E61B}" type="presParOf" srcId="{768436B7-5032-4211-944E-6584D786673B}" destId="{3CD8289F-75B0-41A5-BED9-3B7E07E2F583}" srcOrd="0" destOrd="0" presId="urn:microsoft.com/office/officeart/2005/8/layout/orgChart1"/>
    <dgm:cxn modelId="{68B6D3B3-A391-4D6F-8CC2-125230B51439}" type="presParOf" srcId="{768436B7-5032-4211-944E-6584D786673B}" destId="{AA743A53-AE3B-4EF0-B702-05CC91D3BF5E}" srcOrd="1" destOrd="0" presId="urn:microsoft.com/office/officeart/2005/8/layout/orgChart1"/>
    <dgm:cxn modelId="{89B1CB9C-6BD9-42F7-A189-14056B9DA846}" type="presParOf" srcId="{41C5F2B2-FB67-41F7-B571-E6DE69F0582F}" destId="{5297A0A1-51FF-4A1D-8323-01637EE4D5B3}" srcOrd="1" destOrd="0" presId="urn:microsoft.com/office/officeart/2005/8/layout/orgChart1"/>
    <dgm:cxn modelId="{40D7EEA9-1DC9-4C33-9699-B2323334BEF6}" type="presParOf" srcId="{41C5F2B2-FB67-41F7-B571-E6DE69F0582F}" destId="{4BB4663C-4347-42F1-A803-3CA543C534D3}" srcOrd="2" destOrd="0" presId="urn:microsoft.com/office/officeart/2005/8/layout/orgChart1"/>
    <dgm:cxn modelId="{EE7EC162-B313-46F2-97F6-927F0E878C4E}" type="presParOf" srcId="{13E69AF8-2B52-4EBB-883A-59297F5B86EA}" destId="{D2F1B3C2-F1F2-4DAA-B1C4-7F9282F93963}" srcOrd="4" destOrd="0" presId="urn:microsoft.com/office/officeart/2005/8/layout/orgChart1"/>
    <dgm:cxn modelId="{26C8C40D-EB94-4DB7-A37F-FE7E764DC563}" type="presParOf" srcId="{D2F1B3C2-F1F2-4DAA-B1C4-7F9282F93963}" destId="{5DA88DBA-47A4-4591-B347-D205CD3D098C}" srcOrd="0" destOrd="0" presId="urn:microsoft.com/office/officeart/2005/8/layout/orgChart1"/>
    <dgm:cxn modelId="{2BF8F51A-8ED0-467B-90E8-4EDD12D969E7}" type="presParOf" srcId="{5DA88DBA-47A4-4591-B347-D205CD3D098C}" destId="{A50E7323-08F1-4A52-9038-967786D1AE4E}" srcOrd="0" destOrd="0" presId="urn:microsoft.com/office/officeart/2005/8/layout/orgChart1"/>
    <dgm:cxn modelId="{B7C52895-2276-4A70-977D-A55BC4C9E333}" type="presParOf" srcId="{5DA88DBA-47A4-4591-B347-D205CD3D098C}" destId="{EB7BB2F1-2671-4C70-BB58-E9F07BDD26FB}" srcOrd="1" destOrd="0" presId="urn:microsoft.com/office/officeart/2005/8/layout/orgChart1"/>
    <dgm:cxn modelId="{26672AD5-4882-4B72-BD1C-1C54ABD8E3F1}" type="presParOf" srcId="{D2F1B3C2-F1F2-4DAA-B1C4-7F9282F93963}" destId="{D639A63D-4B76-406C-A8B9-A9E5302EF9AF}" srcOrd="1" destOrd="0" presId="urn:microsoft.com/office/officeart/2005/8/layout/orgChart1"/>
    <dgm:cxn modelId="{6EB0FC80-7360-465D-A0E2-C8D8BF9107E3}" type="presParOf" srcId="{D2F1B3C2-F1F2-4DAA-B1C4-7F9282F93963}" destId="{55BA14B0-4F7B-447E-8D75-916D2946D567}" srcOrd="2" destOrd="0" presId="urn:microsoft.com/office/officeart/2005/8/layout/orgChart1"/>
    <dgm:cxn modelId="{70260066-3C6D-45E6-90A7-6FB89ADCF127}" type="presParOf" srcId="{13E69AF8-2B52-4EBB-883A-59297F5B86EA}" destId="{4C030F4B-A3D2-464C-BE0D-A07040468050}" srcOrd="5" destOrd="0" presId="urn:microsoft.com/office/officeart/2005/8/layout/orgChart1"/>
    <dgm:cxn modelId="{52BE1989-BDAA-43C6-B5CC-CB4E0B8657CD}" type="presParOf" srcId="{4C030F4B-A3D2-464C-BE0D-A07040468050}" destId="{9328D302-618C-4CBB-9CF7-E3A29FEA926D}" srcOrd="0" destOrd="0" presId="urn:microsoft.com/office/officeart/2005/8/layout/orgChart1"/>
    <dgm:cxn modelId="{73A7EE7C-D7EB-410C-B6F5-CC560A3F39F6}" type="presParOf" srcId="{9328D302-618C-4CBB-9CF7-E3A29FEA926D}" destId="{1B6C375B-03AE-4DFB-8AF5-4F689710CE44}" srcOrd="0" destOrd="0" presId="urn:microsoft.com/office/officeart/2005/8/layout/orgChart1"/>
    <dgm:cxn modelId="{3D45A48A-AFF6-43E4-B8B8-C384084BEF2D}" type="presParOf" srcId="{9328D302-618C-4CBB-9CF7-E3A29FEA926D}" destId="{29FABC49-06F5-4820-A847-72BEE0FDB344}" srcOrd="1" destOrd="0" presId="urn:microsoft.com/office/officeart/2005/8/layout/orgChart1"/>
    <dgm:cxn modelId="{22FB0F92-D956-4B93-8BDA-2C6B4F53DD83}" type="presParOf" srcId="{4C030F4B-A3D2-464C-BE0D-A07040468050}" destId="{CFFB2C61-0644-4D6F-91B4-971DADB2A8F9}" srcOrd="1" destOrd="0" presId="urn:microsoft.com/office/officeart/2005/8/layout/orgChart1"/>
    <dgm:cxn modelId="{7EA1F857-877E-48AF-AB6D-F4324D1AF289}" type="presParOf" srcId="{4C030F4B-A3D2-464C-BE0D-A07040468050}" destId="{24499C9B-C6C9-478A-A418-003EE91824EE}"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D69C8E9-6B66-4BFC-A4E0-1A2BE005BC0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4189913-F973-4F63-9218-F48239E0F059}">
      <dgm:prSet/>
      <dgm:spPr/>
      <dgm:t>
        <a:bodyPr/>
        <a:lstStyle/>
        <a:p>
          <a:pPr algn="l"/>
          <a:r>
            <a:rPr lang="en-US" dirty="0"/>
            <a:t>In this analysis, we will want to study the differences between patients who have died and those who have survived, so we will focus mainly on:</a:t>
          </a:r>
        </a:p>
      </dgm:t>
    </dgm:pt>
    <dgm:pt modelId="{ACE4D435-4A5B-48A5-AFD7-2F53DEBB909F}" type="parTrans" cxnId="{3FBEF61F-8AB2-49D2-9DF6-213D1896A10A}">
      <dgm:prSet/>
      <dgm:spPr/>
      <dgm:t>
        <a:bodyPr/>
        <a:lstStyle/>
        <a:p>
          <a:endParaRPr lang="en-US"/>
        </a:p>
      </dgm:t>
    </dgm:pt>
    <dgm:pt modelId="{0FB81F99-ED64-4B58-846E-8338F2E42B71}" type="sibTrans" cxnId="{3FBEF61F-8AB2-49D2-9DF6-213D1896A10A}">
      <dgm:prSet/>
      <dgm:spPr/>
      <dgm:t>
        <a:bodyPr/>
        <a:lstStyle/>
        <a:p>
          <a:endParaRPr lang="en-US"/>
        </a:p>
      </dgm:t>
    </dgm:pt>
    <dgm:pt modelId="{FE75283E-7DC8-4A1B-A340-3C0CCC7F7DDA}">
      <dgm:prSet/>
      <dgm:spPr/>
      <dgm:t>
        <a:bodyPr/>
        <a:lstStyle/>
        <a:p>
          <a:pPr algn="l" rtl="0"/>
          <a:r>
            <a:rPr lang="en-US" dirty="0"/>
            <a:t>3 Demographic parameters: age, gender, and ethnicity</a:t>
          </a:r>
        </a:p>
      </dgm:t>
    </dgm:pt>
    <dgm:pt modelId="{1D4A4ADE-8685-4C91-8A32-DFBC1689D145}" type="parTrans" cxnId="{EB56D2EE-DD9B-4EF5-87E0-2226934EC9D8}">
      <dgm:prSet/>
      <dgm:spPr/>
      <dgm:t>
        <a:bodyPr/>
        <a:lstStyle/>
        <a:p>
          <a:endParaRPr lang="en-US"/>
        </a:p>
      </dgm:t>
    </dgm:pt>
    <dgm:pt modelId="{A1D51710-B878-4B23-B27B-6017948C89E7}" type="sibTrans" cxnId="{EB56D2EE-DD9B-4EF5-87E0-2226934EC9D8}">
      <dgm:prSet/>
      <dgm:spPr/>
      <dgm:t>
        <a:bodyPr/>
        <a:lstStyle/>
        <a:p>
          <a:endParaRPr lang="en-US"/>
        </a:p>
      </dgm:t>
    </dgm:pt>
    <dgm:pt modelId="{3D0CE8B2-A8AB-4CC8-B047-8FA3E676ADAF}">
      <dgm:prSet/>
      <dgm:spPr/>
      <dgm:t>
        <a:bodyPr/>
        <a:lstStyle/>
        <a:p>
          <a:pPr algn="l" rtl="0"/>
          <a:r>
            <a:rPr lang="en-US" dirty="0"/>
            <a:t>in our vital variable</a:t>
          </a:r>
        </a:p>
      </dgm:t>
    </dgm:pt>
    <dgm:pt modelId="{E8B7FD9C-D6EB-475C-8DC7-078054E80AAC}" type="parTrans" cxnId="{9C9DC06F-F5C8-4CB4-9CC9-9522C1058B08}">
      <dgm:prSet/>
      <dgm:spPr/>
      <dgm:t>
        <a:bodyPr/>
        <a:lstStyle/>
        <a:p>
          <a:endParaRPr lang="en-US"/>
        </a:p>
      </dgm:t>
    </dgm:pt>
    <dgm:pt modelId="{E73AAF2B-C7BD-46E8-B2EE-3B71DBB74209}" type="sibTrans" cxnId="{9C9DC06F-F5C8-4CB4-9CC9-9522C1058B08}">
      <dgm:prSet/>
      <dgm:spPr/>
      <dgm:t>
        <a:bodyPr/>
        <a:lstStyle/>
        <a:p>
          <a:endParaRPr lang="en-US"/>
        </a:p>
      </dgm:t>
    </dgm:pt>
    <dgm:pt modelId="{0E594D08-B0B8-498C-B2F1-ACB0F596A63A}">
      <dgm:prSet/>
      <dgm:spPr/>
      <dgm:t>
        <a:bodyPr/>
        <a:lstStyle/>
        <a:p>
          <a:pPr algn="l" rtl="0"/>
          <a:r>
            <a:rPr lang="en-US" dirty="0"/>
            <a:t>In our background disease variable</a:t>
          </a:r>
        </a:p>
      </dgm:t>
    </dgm:pt>
    <dgm:pt modelId="{282C9333-F9F5-4E5C-A14C-163884F33A02}" type="parTrans" cxnId="{6AC24E1F-B903-433A-8874-BCFE6052ADE4}">
      <dgm:prSet/>
      <dgm:spPr/>
      <dgm:t>
        <a:bodyPr/>
        <a:lstStyle/>
        <a:p>
          <a:endParaRPr lang="en-US"/>
        </a:p>
      </dgm:t>
    </dgm:pt>
    <dgm:pt modelId="{06C35A0E-EE96-4EF9-9CD2-C976B49FEC93}" type="sibTrans" cxnId="{6AC24E1F-B903-433A-8874-BCFE6052ADE4}">
      <dgm:prSet/>
      <dgm:spPr/>
      <dgm:t>
        <a:bodyPr/>
        <a:lstStyle/>
        <a:p>
          <a:endParaRPr lang="en-US"/>
        </a:p>
      </dgm:t>
    </dgm:pt>
    <dgm:pt modelId="{A874B05C-4FAF-42AA-9867-E9AA8EAD7529}">
      <dgm:prSet/>
      <dgm:spPr/>
      <dgm:t>
        <a:bodyPr/>
        <a:lstStyle/>
        <a:p>
          <a:pPr algn="l"/>
          <a:r>
            <a:rPr lang="en-US" dirty="0"/>
            <a:t>We will perform data analysis by:</a:t>
          </a:r>
        </a:p>
      </dgm:t>
    </dgm:pt>
    <dgm:pt modelId="{D3A4CEE9-D739-47E7-B995-EEBBA5D1C5A5}" type="parTrans" cxnId="{88EE6823-1705-442D-93A3-6E625E4F9707}">
      <dgm:prSet/>
      <dgm:spPr/>
      <dgm:t>
        <a:bodyPr/>
        <a:lstStyle/>
        <a:p>
          <a:endParaRPr lang="en-US"/>
        </a:p>
      </dgm:t>
    </dgm:pt>
    <dgm:pt modelId="{7163359B-9F2E-4756-8453-5FB4277F2D84}" type="sibTrans" cxnId="{88EE6823-1705-442D-93A3-6E625E4F9707}">
      <dgm:prSet/>
      <dgm:spPr/>
      <dgm:t>
        <a:bodyPr/>
        <a:lstStyle/>
        <a:p>
          <a:endParaRPr lang="en-US"/>
        </a:p>
      </dgm:t>
    </dgm:pt>
    <dgm:pt modelId="{1D2E5297-17AB-411D-929A-34AA8704FCF9}">
      <dgm:prSet/>
      <dgm:spPr/>
      <dgm:t>
        <a:bodyPr/>
        <a:lstStyle/>
        <a:p>
          <a:pPr algn="l" rtl="0"/>
          <a:r>
            <a:rPr lang="en-US" dirty="0"/>
            <a:t>Pre-processing the data</a:t>
          </a:r>
        </a:p>
      </dgm:t>
    </dgm:pt>
    <dgm:pt modelId="{02077B9D-4F7B-4841-A56E-88C8E458B6D6}" type="parTrans" cxnId="{43269C0F-6C50-4000-83A5-08E509FD9E09}">
      <dgm:prSet/>
      <dgm:spPr/>
      <dgm:t>
        <a:bodyPr/>
        <a:lstStyle/>
        <a:p>
          <a:endParaRPr lang="en-US"/>
        </a:p>
      </dgm:t>
    </dgm:pt>
    <dgm:pt modelId="{FEC67D96-F28C-4C21-BBE0-AEBBAA6760D1}" type="sibTrans" cxnId="{43269C0F-6C50-4000-83A5-08E509FD9E09}">
      <dgm:prSet/>
      <dgm:spPr/>
      <dgm:t>
        <a:bodyPr/>
        <a:lstStyle/>
        <a:p>
          <a:endParaRPr lang="en-US"/>
        </a:p>
      </dgm:t>
    </dgm:pt>
    <dgm:pt modelId="{40C3C510-BE61-44AC-B04E-E1DBED747A50}">
      <dgm:prSet/>
      <dgm:spPr/>
      <dgm:t>
        <a:bodyPr/>
        <a:lstStyle/>
        <a:p>
          <a:pPr algn="l" rtl="0"/>
          <a:r>
            <a:rPr lang="en-US" dirty="0"/>
            <a:t>Graph Our data in different variations.</a:t>
          </a:r>
        </a:p>
      </dgm:t>
    </dgm:pt>
    <dgm:pt modelId="{3191593F-36F2-46D1-8EA0-40E65BBF64B2}" type="parTrans" cxnId="{05786934-88A8-44B0-A8D0-049B6BA5D542}">
      <dgm:prSet/>
      <dgm:spPr/>
      <dgm:t>
        <a:bodyPr/>
        <a:lstStyle/>
        <a:p>
          <a:endParaRPr lang="en-US"/>
        </a:p>
      </dgm:t>
    </dgm:pt>
    <dgm:pt modelId="{5012A081-E7C7-4BCB-A563-261011AFEE7C}" type="sibTrans" cxnId="{05786934-88A8-44B0-A8D0-049B6BA5D542}">
      <dgm:prSet/>
      <dgm:spPr/>
      <dgm:t>
        <a:bodyPr/>
        <a:lstStyle/>
        <a:p>
          <a:endParaRPr lang="en-US"/>
        </a:p>
      </dgm:t>
    </dgm:pt>
    <dgm:pt modelId="{37B04B0A-B822-4DFC-A481-85E11F82BD23}">
      <dgm:prSet/>
      <dgm:spPr/>
      <dgm:t>
        <a:bodyPr/>
        <a:lstStyle/>
        <a:p>
          <a:pPr algn="l" rtl="0"/>
          <a:r>
            <a:rPr lang="en-US" dirty="0"/>
            <a:t>Perform Statistical Tests to evaluate our graphs and understand our data.</a:t>
          </a:r>
        </a:p>
      </dgm:t>
    </dgm:pt>
    <dgm:pt modelId="{D7986E71-488E-4B7A-874E-731D9BEDCE68}" type="parTrans" cxnId="{24968680-28A7-4ACD-AA78-C00F80F48873}">
      <dgm:prSet/>
      <dgm:spPr/>
      <dgm:t>
        <a:bodyPr/>
        <a:lstStyle/>
        <a:p>
          <a:endParaRPr lang="en-US"/>
        </a:p>
      </dgm:t>
    </dgm:pt>
    <dgm:pt modelId="{5FFC942D-2A78-4A93-81B6-8F5BAE8CF207}" type="sibTrans" cxnId="{24968680-28A7-4ACD-AA78-C00F80F48873}">
      <dgm:prSet/>
      <dgm:spPr/>
      <dgm:t>
        <a:bodyPr/>
        <a:lstStyle/>
        <a:p>
          <a:endParaRPr lang="en-US"/>
        </a:p>
      </dgm:t>
    </dgm:pt>
    <dgm:pt modelId="{F4C1A6CF-EA0B-45A9-AF40-74A1481ACB34}" type="pres">
      <dgm:prSet presAssocID="{5D69C8E9-6B66-4BFC-A4E0-1A2BE005BC07}" presName="linear" presStyleCnt="0">
        <dgm:presLayoutVars>
          <dgm:animLvl val="lvl"/>
          <dgm:resizeHandles val="exact"/>
        </dgm:presLayoutVars>
      </dgm:prSet>
      <dgm:spPr/>
    </dgm:pt>
    <dgm:pt modelId="{51214EAB-925F-45CB-BAF6-A3F2A641D8B1}" type="pres">
      <dgm:prSet presAssocID="{A4189913-F973-4F63-9218-F48239E0F059}" presName="parentText" presStyleLbl="node1" presStyleIdx="0" presStyleCnt="2">
        <dgm:presLayoutVars>
          <dgm:chMax val="0"/>
          <dgm:bulletEnabled val="1"/>
        </dgm:presLayoutVars>
      </dgm:prSet>
      <dgm:spPr/>
    </dgm:pt>
    <dgm:pt modelId="{E41A3E27-A102-49E2-A7A0-A2DAF40D775E}" type="pres">
      <dgm:prSet presAssocID="{A4189913-F973-4F63-9218-F48239E0F059}" presName="childText" presStyleLbl="revTx" presStyleIdx="0" presStyleCnt="2">
        <dgm:presLayoutVars>
          <dgm:bulletEnabled val="1"/>
        </dgm:presLayoutVars>
      </dgm:prSet>
      <dgm:spPr/>
    </dgm:pt>
    <dgm:pt modelId="{135538C2-5F5B-4909-84FA-3601E14B8CFD}" type="pres">
      <dgm:prSet presAssocID="{A874B05C-4FAF-42AA-9867-E9AA8EAD7529}" presName="parentText" presStyleLbl="node1" presStyleIdx="1" presStyleCnt="2">
        <dgm:presLayoutVars>
          <dgm:chMax val="0"/>
          <dgm:bulletEnabled val="1"/>
        </dgm:presLayoutVars>
      </dgm:prSet>
      <dgm:spPr/>
    </dgm:pt>
    <dgm:pt modelId="{1532F93C-ACFB-4F33-8E53-DF928CF64197}" type="pres">
      <dgm:prSet presAssocID="{A874B05C-4FAF-42AA-9867-E9AA8EAD7529}" presName="childText" presStyleLbl="revTx" presStyleIdx="1" presStyleCnt="2">
        <dgm:presLayoutVars>
          <dgm:bulletEnabled val="1"/>
        </dgm:presLayoutVars>
      </dgm:prSet>
      <dgm:spPr/>
    </dgm:pt>
  </dgm:ptLst>
  <dgm:cxnLst>
    <dgm:cxn modelId="{E967E002-A621-4BD6-B640-A163DC5E6D70}" type="presOf" srcId="{5D69C8E9-6B66-4BFC-A4E0-1A2BE005BC07}" destId="{F4C1A6CF-EA0B-45A9-AF40-74A1481ACB34}" srcOrd="0" destOrd="0" presId="urn:microsoft.com/office/officeart/2005/8/layout/vList2"/>
    <dgm:cxn modelId="{A113BD07-5A56-4B0F-942A-5E0779D33F28}" type="presOf" srcId="{40C3C510-BE61-44AC-B04E-E1DBED747A50}" destId="{1532F93C-ACFB-4F33-8E53-DF928CF64197}" srcOrd="0" destOrd="1" presId="urn:microsoft.com/office/officeart/2005/8/layout/vList2"/>
    <dgm:cxn modelId="{43269C0F-6C50-4000-83A5-08E509FD9E09}" srcId="{A874B05C-4FAF-42AA-9867-E9AA8EAD7529}" destId="{1D2E5297-17AB-411D-929A-34AA8704FCF9}" srcOrd="0" destOrd="0" parTransId="{02077B9D-4F7B-4841-A56E-88C8E458B6D6}" sibTransId="{FEC67D96-F28C-4C21-BBE0-AEBBAA6760D1}"/>
    <dgm:cxn modelId="{55CD4617-319A-43C9-A435-9588A0E8C109}" type="presOf" srcId="{FE75283E-7DC8-4A1B-A340-3C0CCC7F7DDA}" destId="{E41A3E27-A102-49E2-A7A0-A2DAF40D775E}" srcOrd="0" destOrd="0" presId="urn:microsoft.com/office/officeart/2005/8/layout/vList2"/>
    <dgm:cxn modelId="{6AC24E1F-B903-433A-8874-BCFE6052ADE4}" srcId="{A4189913-F973-4F63-9218-F48239E0F059}" destId="{0E594D08-B0B8-498C-B2F1-ACB0F596A63A}" srcOrd="2" destOrd="0" parTransId="{282C9333-F9F5-4E5C-A14C-163884F33A02}" sibTransId="{06C35A0E-EE96-4EF9-9CD2-C976B49FEC93}"/>
    <dgm:cxn modelId="{3FBEF61F-8AB2-49D2-9DF6-213D1896A10A}" srcId="{5D69C8E9-6B66-4BFC-A4E0-1A2BE005BC07}" destId="{A4189913-F973-4F63-9218-F48239E0F059}" srcOrd="0" destOrd="0" parTransId="{ACE4D435-4A5B-48A5-AFD7-2F53DEBB909F}" sibTransId="{0FB81F99-ED64-4B58-846E-8338F2E42B71}"/>
    <dgm:cxn modelId="{88EE6823-1705-442D-93A3-6E625E4F9707}" srcId="{5D69C8E9-6B66-4BFC-A4E0-1A2BE005BC07}" destId="{A874B05C-4FAF-42AA-9867-E9AA8EAD7529}" srcOrd="1" destOrd="0" parTransId="{D3A4CEE9-D739-47E7-B995-EEBBA5D1C5A5}" sibTransId="{7163359B-9F2E-4756-8453-5FB4277F2D84}"/>
    <dgm:cxn modelId="{05786934-88A8-44B0-A8D0-049B6BA5D542}" srcId="{A874B05C-4FAF-42AA-9867-E9AA8EAD7529}" destId="{40C3C510-BE61-44AC-B04E-E1DBED747A50}" srcOrd="1" destOrd="0" parTransId="{3191593F-36F2-46D1-8EA0-40E65BBF64B2}" sibTransId="{5012A081-E7C7-4BCB-A563-261011AFEE7C}"/>
    <dgm:cxn modelId="{8641C65B-DF2C-4EBA-96AF-6C22BA417F63}" type="presOf" srcId="{A874B05C-4FAF-42AA-9867-E9AA8EAD7529}" destId="{135538C2-5F5B-4909-84FA-3601E14B8CFD}" srcOrd="0" destOrd="0" presId="urn:microsoft.com/office/officeart/2005/8/layout/vList2"/>
    <dgm:cxn modelId="{49F7C85B-42BF-4D87-B52A-EACDDF652DB2}" type="presOf" srcId="{3D0CE8B2-A8AB-4CC8-B047-8FA3E676ADAF}" destId="{E41A3E27-A102-49E2-A7A0-A2DAF40D775E}" srcOrd="0" destOrd="1" presId="urn:microsoft.com/office/officeart/2005/8/layout/vList2"/>
    <dgm:cxn modelId="{EF228564-840C-4E18-A34F-A186066E46DA}" type="presOf" srcId="{1D2E5297-17AB-411D-929A-34AA8704FCF9}" destId="{1532F93C-ACFB-4F33-8E53-DF928CF64197}" srcOrd="0" destOrd="0" presId="urn:microsoft.com/office/officeart/2005/8/layout/vList2"/>
    <dgm:cxn modelId="{1FB9C169-E542-4FE8-83D2-C35253C27827}" type="presOf" srcId="{0E594D08-B0B8-498C-B2F1-ACB0F596A63A}" destId="{E41A3E27-A102-49E2-A7A0-A2DAF40D775E}" srcOrd="0" destOrd="2" presId="urn:microsoft.com/office/officeart/2005/8/layout/vList2"/>
    <dgm:cxn modelId="{9C9DC06F-F5C8-4CB4-9CC9-9522C1058B08}" srcId="{A4189913-F973-4F63-9218-F48239E0F059}" destId="{3D0CE8B2-A8AB-4CC8-B047-8FA3E676ADAF}" srcOrd="1" destOrd="0" parTransId="{E8B7FD9C-D6EB-475C-8DC7-078054E80AAC}" sibTransId="{E73AAF2B-C7BD-46E8-B2EE-3B71DBB74209}"/>
    <dgm:cxn modelId="{A5E5E175-9647-41B9-B724-577FD0070D0B}" type="presOf" srcId="{37B04B0A-B822-4DFC-A481-85E11F82BD23}" destId="{1532F93C-ACFB-4F33-8E53-DF928CF64197}" srcOrd="0" destOrd="2" presId="urn:microsoft.com/office/officeart/2005/8/layout/vList2"/>
    <dgm:cxn modelId="{24968680-28A7-4ACD-AA78-C00F80F48873}" srcId="{A874B05C-4FAF-42AA-9867-E9AA8EAD7529}" destId="{37B04B0A-B822-4DFC-A481-85E11F82BD23}" srcOrd="2" destOrd="0" parTransId="{D7986E71-488E-4B7A-874E-731D9BEDCE68}" sibTransId="{5FFC942D-2A78-4A93-81B6-8F5BAE8CF207}"/>
    <dgm:cxn modelId="{F939A6C5-021E-4529-831F-FDECE0233CE5}" type="presOf" srcId="{A4189913-F973-4F63-9218-F48239E0F059}" destId="{51214EAB-925F-45CB-BAF6-A3F2A641D8B1}" srcOrd="0" destOrd="0" presId="urn:microsoft.com/office/officeart/2005/8/layout/vList2"/>
    <dgm:cxn modelId="{EB56D2EE-DD9B-4EF5-87E0-2226934EC9D8}" srcId="{A4189913-F973-4F63-9218-F48239E0F059}" destId="{FE75283E-7DC8-4A1B-A340-3C0CCC7F7DDA}" srcOrd="0" destOrd="0" parTransId="{1D4A4ADE-8685-4C91-8A32-DFBC1689D145}" sibTransId="{A1D51710-B878-4B23-B27B-6017948C89E7}"/>
    <dgm:cxn modelId="{CEF2D72B-7590-4AA1-89C1-DB88A9FD9859}" type="presParOf" srcId="{F4C1A6CF-EA0B-45A9-AF40-74A1481ACB34}" destId="{51214EAB-925F-45CB-BAF6-A3F2A641D8B1}" srcOrd="0" destOrd="0" presId="urn:microsoft.com/office/officeart/2005/8/layout/vList2"/>
    <dgm:cxn modelId="{C9493CD3-1238-422F-9241-FAEEFFF79DB0}" type="presParOf" srcId="{F4C1A6CF-EA0B-45A9-AF40-74A1481ACB34}" destId="{E41A3E27-A102-49E2-A7A0-A2DAF40D775E}" srcOrd="1" destOrd="0" presId="urn:microsoft.com/office/officeart/2005/8/layout/vList2"/>
    <dgm:cxn modelId="{E6AF5437-F2D9-4591-AAB7-A524D6649366}" type="presParOf" srcId="{F4C1A6CF-EA0B-45A9-AF40-74A1481ACB34}" destId="{135538C2-5F5B-4909-84FA-3601E14B8CFD}" srcOrd="2" destOrd="0" presId="urn:microsoft.com/office/officeart/2005/8/layout/vList2"/>
    <dgm:cxn modelId="{70EC800E-A6CC-466E-A18C-53991C1D2DBE}" type="presParOf" srcId="{F4C1A6CF-EA0B-45A9-AF40-74A1481ACB34}" destId="{1532F93C-ACFB-4F33-8E53-DF928CF64197}"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EA1365D-784A-4EA6-A328-53AAB1439BEA}"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B2B21F0C-AD84-4BE4-9D8A-BDAD0A9CA81B}">
      <dgm:prSet/>
      <dgm:spPr/>
      <dgm:t>
        <a:bodyPr/>
        <a:lstStyle/>
        <a:p>
          <a:r>
            <a:rPr lang="en-US"/>
            <a:t>Statistical Analysis Results </a:t>
          </a:r>
          <a:br>
            <a:rPr lang="en-US"/>
          </a:br>
          <a:r>
            <a:rPr lang="en-US"/>
            <a:t>There is no significant relationship between the chronic kidney problem and the mortality rate in the hospital, as we found in the Chi-squared test, </a:t>
          </a:r>
          <a:r>
            <a:rPr lang="he-IL"/>
            <a:t>'</a:t>
          </a:r>
          <a:endParaRPr lang="en-US"/>
        </a:p>
      </dgm:t>
    </dgm:pt>
    <dgm:pt modelId="{AF7B1AF6-6457-4608-918A-C2DF967A1EC5}" type="parTrans" cxnId="{816D7A03-A1AA-495B-B08C-1A0A579FA6EA}">
      <dgm:prSet/>
      <dgm:spPr/>
      <dgm:t>
        <a:bodyPr/>
        <a:lstStyle/>
        <a:p>
          <a:endParaRPr lang="en-US"/>
        </a:p>
      </dgm:t>
    </dgm:pt>
    <dgm:pt modelId="{04964353-4C67-4F29-B76D-FF0A8248F3DF}" type="sibTrans" cxnId="{816D7A03-A1AA-495B-B08C-1A0A579FA6EA}">
      <dgm:prSet/>
      <dgm:spPr/>
      <dgm:t>
        <a:bodyPr/>
        <a:lstStyle/>
        <a:p>
          <a:endParaRPr lang="en-US"/>
        </a:p>
      </dgm:t>
    </dgm:pt>
    <dgm:pt modelId="{2F790893-D234-45C0-AD35-39607CDCDC10}">
      <dgm:prSet/>
      <dgm:spPr/>
      <dgm:t>
        <a:bodyPr/>
        <a:lstStyle/>
        <a:p>
          <a:r>
            <a:rPr lang="en-US" dirty="0"/>
            <a:t>However, the Z-test showed that there are significant differences in urinary output expectancy between deceased patients and those who survived</a:t>
          </a:r>
        </a:p>
      </dgm:t>
    </dgm:pt>
    <dgm:pt modelId="{3969D45D-732C-4749-B8DE-821D603CA455}" type="parTrans" cxnId="{9FCD88DC-6BE1-43FA-B9ED-5D7682358C36}">
      <dgm:prSet/>
      <dgm:spPr/>
      <dgm:t>
        <a:bodyPr/>
        <a:lstStyle/>
        <a:p>
          <a:endParaRPr lang="en-US"/>
        </a:p>
      </dgm:t>
    </dgm:pt>
    <dgm:pt modelId="{0027146B-2AD0-47AE-BEA7-D9ED72CD4F39}" type="sibTrans" cxnId="{9FCD88DC-6BE1-43FA-B9ED-5D7682358C36}">
      <dgm:prSet/>
      <dgm:spPr/>
      <dgm:t>
        <a:bodyPr/>
        <a:lstStyle/>
        <a:p>
          <a:endParaRPr lang="en-US"/>
        </a:p>
      </dgm:t>
    </dgm:pt>
    <dgm:pt modelId="{8D47EBBD-5B2F-48F8-A65A-6DB1C60D3934}" type="pres">
      <dgm:prSet presAssocID="{5EA1365D-784A-4EA6-A328-53AAB1439BEA}" presName="hierChild1" presStyleCnt="0">
        <dgm:presLayoutVars>
          <dgm:chPref val="1"/>
          <dgm:dir/>
          <dgm:animOne val="branch"/>
          <dgm:animLvl val="lvl"/>
          <dgm:resizeHandles/>
        </dgm:presLayoutVars>
      </dgm:prSet>
      <dgm:spPr/>
    </dgm:pt>
    <dgm:pt modelId="{87597441-7227-44C9-8DD5-CF5D0681AE16}" type="pres">
      <dgm:prSet presAssocID="{B2B21F0C-AD84-4BE4-9D8A-BDAD0A9CA81B}" presName="hierRoot1" presStyleCnt="0"/>
      <dgm:spPr/>
    </dgm:pt>
    <dgm:pt modelId="{23E77A02-B4BB-49C2-8938-D0F17809EB71}" type="pres">
      <dgm:prSet presAssocID="{B2B21F0C-AD84-4BE4-9D8A-BDAD0A9CA81B}" presName="composite" presStyleCnt="0"/>
      <dgm:spPr/>
    </dgm:pt>
    <dgm:pt modelId="{BD2BD916-A443-49C7-B2DF-497B24A9273C}" type="pres">
      <dgm:prSet presAssocID="{B2B21F0C-AD84-4BE4-9D8A-BDAD0A9CA81B}" presName="background" presStyleLbl="node0" presStyleIdx="0" presStyleCnt="2"/>
      <dgm:spPr/>
    </dgm:pt>
    <dgm:pt modelId="{F86BDBAE-E4D4-4FCA-9D3F-BB4FA2B14B4F}" type="pres">
      <dgm:prSet presAssocID="{B2B21F0C-AD84-4BE4-9D8A-BDAD0A9CA81B}" presName="text" presStyleLbl="fgAcc0" presStyleIdx="0" presStyleCnt="2">
        <dgm:presLayoutVars>
          <dgm:chPref val="3"/>
        </dgm:presLayoutVars>
      </dgm:prSet>
      <dgm:spPr/>
    </dgm:pt>
    <dgm:pt modelId="{F4E6500F-0B2E-4100-9392-836B005A8194}" type="pres">
      <dgm:prSet presAssocID="{B2B21F0C-AD84-4BE4-9D8A-BDAD0A9CA81B}" presName="hierChild2" presStyleCnt="0"/>
      <dgm:spPr/>
    </dgm:pt>
    <dgm:pt modelId="{6B60EE27-9975-421F-BF52-E13B0AB36AB8}" type="pres">
      <dgm:prSet presAssocID="{2F790893-D234-45C0-AD35-39607CDCDC10}" presName="hierRoot1" presStyleCnt="0"/>
      <dgm:spPr/>
    </dgm:pt>
    <dgm:pt modelId="{83BE27E3-5F92-4206-8DF5-94041AEA4A31}" type="pres">
      <dgm:prSet presAssocID="{2F790893-D234-45C0-AD35-39607CDCDC10}" presName="composite" presStyleCnt="0"/>
      <dgm:spPr/>
    </dgm:pt>
    <dgm:pt modelId="{62BAB263-BCB7-4AE7-9E77-CBE20C7BC826}" type="pres">
      <dgm:prSet presAssocID="{2F790893-D234-45C0-AD35-39607CDCDC10}" presName="background" presStyleLbl="node0" presStyleIdx="1" presStyleCnt="2"/>
      <dgm:spPr/>
    </dgm:pt>
    <dgm:pt modelId="{3CB97FD9-2F91-47D8-A359-E677EFC08B56}" type="pres">
      <dgm:prSet presAssocID="{2F790893-D234-45C0-AD35-39607CDCDC10}" presName="text" presStyleLbl="fgAcc0" presStyleIdx="1" presStyleCnt="2">
        <dgm:presLayoutVars>
          <dgm:chPref val="3"/>
        </dgm:presLayoutVars>
      </dgm:prSet>
      <dgm:spPr/>
    </dgm:pt>
    <dgm:pt modelId="{FCA7F384-329F-404D-936A-86C2F3897A24}" type="pres">
      <dgm:prSet presAssocID="{2F790893-D234-45C0-AD35-39607CDCDC10}" presName="hierChild2" presStyleCnt="0"/>
      <dgm:spPr/>
    </dgm:pt>
  </dgm:ptLst>
  <dgm:cxnLst>
    <dgm:cxn modelId="{816D7A03-A1AA-495B-B08C-1A0A579FA6EA}" srcId="{5EA1365D-784A-4EA6-A328-53AAB1439BEA}" destId="{B2B21F0C-AD84-4BE4-9D8A-BDAD0A9CA81B}" srcOrd="0" destOrd="0" parTransId="{AF7B1AF6-6457-4608-918A-C2DF967A1EC5}" sibTransId="{04964353-4C67-4F29-B76D-FF0A8248F3DF}"/>
    <dgm:cxn modelId="{A311BAAA-0F85-4536-83BD-9E3810DB94EE}" type="presOf" srcId="{5EA1365D-784A-4EA6-A328-53AAB1439BEA}" destId="{8D47EBBD-5B2F-48F8-A65A-6DB1C60D3934}" srcOrd="0" destOrd="0" presId="urn:microsoft.com/office/officeart/2005/8/layout/hierarchy1"/>
    <dgm:cxn modelId="{9FCD88DC-6BE1-43FA-B9ED-5D7682358C36}" srcId="{5EA1365D-784A-4EA6-A328-53AAB1439BEA}" destId="{2F790893-D234-45C0-AD35-39607CDCDC10}" srcOrd="1" destOrd="0" parTransId="{3969D45D-732C-4749-B8DE-821D603CA455}" sibTransId="{0027146B-2AD0-47AE-BEA7-D9ED72CD4F39}"/>
    <dgm:cxn modelId="{BB0CD7F5-C841-440C-8035-595A6C48F7FA}" type="presOf" srcId="{2F790893-D234-45C0-AD35-39607CDCDC10}" destId="{3CB97FD9-2F91-47D8-A359-E677EFC08B56}" srcOrd="0" destOrd="0" presId="urn:microsoft.com/office/officeart/2005/8/layout/hierarchy1"/>
    <dgm:cxn modelId="{4ED97EFC-0903-456E-A190-9CDD50626B49}" type="presOf" srcId="{B2B21F0C-AD84-4BE4-9D8A-BDAD0A9CA81B}" destId="{F86BDBAE-E4D4-4FCA-9D3F-BB4FA2B14B4F}" srcOrd="0" destOrd="0" presId="urn:microsoft.com/office/officeart/2005/8/layout/hierarchy1"/>
    <dgm:cxn modelId="{3406F390-F9DE-4823-AC93-5BFD184F7619}" type="presParOf" srcId="{8D47EBBD-5B2F-48F8-A65A-6DB1C60D3934}" destId="{87597441-7227-44C9-8DD5-CF5D0681AE16}" srcOrd="0" destOrd="0" presId="urn:microsoft.com/office/officeart/2005/8/layout/hierarchy1"/>
    <dgm:cxn modelId="{73EF83B5-2FBD-46E9-A82B-F8637F23BFC7}" type="presParOf" srcId="{87597441-7227-44C9-8DD5-CF5D0681AE16}" destId="{23E77A02-B4BB-49C2-8938-D0F17809EB71}" srcOrd="0" destOrd="0" presId="urn:microsoft.com/office/officeart/2005/8/layout/hierarchy1"/>
    <dgm:cxn modelId="{9A3E93B5-038B-4F9C-A4CB-06343906B4D2}" type="presParOf" srcId="{23E77A02-B4BB-49C2-8938-D0F17809EB71}" destId="{BD2BD916-A443-49C7-B2DF-497B24A9273C}" srcOrd="0" destOrd="0" presId="urn:microsoft.com/office/officeart/2005/8/layout/hierarchy1"/>
    <dgm:cxn modelId="{F180F1BB-44E4-40A0-B0B9-25468EF49169}" type="presParOf" srcId="{23E77A02-B4BB-49C2-8938-D0F17809EB71}" destId="{F86BDBAE-E4D4-4FCA-9D3F-BB4FA2B14B4F}" srcOrd="1" destOrd="0" presId="urn:microsoft.com/office/officeart/2005/8/layout/hierarchy1"/>
    <dgm:cxn modelId="{973D7DC2-50B7-46E8-A75B-735FE0405DA3}" type="presParOf" srcId="{87597441-7227-44C9-8DD5-CF5D0681AE16}" destId="{F4E6500F-0B2E-4100-9392-836B005A8194}" srcOrd="1" destOrd="0" presId="urn:microsoft.com/office/officeart/2005/8/layout/hierarchy1"/>
    <dgm:cxn modelId="{A060B517-E7AF-4B88-A21D-F7590D5EC518}" type="presParOf" srcId="{8D47EBBD-5B2F-48F8-A65A-6DB1C60D3934}" destId="{6B60EE27-9975-421F-BF52-E13B0AB36AB8}" srcOrd="1" destOrd="0" presId="urn:microsoft.com/office/officeart/2005/8/layout/hierarchy1"/>
    <dgm:cxn modelId="{33350DF4-C0F3-4F7B-B69F-18904FD0D9EA}" type="presParOf" srcId="{6B60EE27-9975-421F-BF52-E13B0AB36AB8}" destId="{83BE27E3-5F92-4206-8DF5-94041AEA4A31}" srcOrd="0" destOrd="0" presId="urn:microsoft.com/office/officeart/2005/8/layout/hierarchy1"/>
    <dgm:cxn modelId="{7C915ABA-A63C-48D3-A31F-DB5BEAFD11EA}" type="presParOf" srcId="{83BE27E3-5F92-4206-8DF5-94041AEA4A31}" destId="{62BAB263-BCB7-4AE7-9E77-CBE20C7BC826}" srcOrd="0" destOrd="0" presId="urn:microsoft.com/office/officeart/2005/8/layout/hierarchy1"/>
    <dgm:cxn modelId="{9E81A8AD-D48B-4DDE-9F36-94A64774E79C}" type="presParOf" srcId="{83BE27E3-5F92-4206-8DF5-94041AEA4A31}" destId="{3CB97FD9-2F91-47D8-A359-E677EFC08B56}" srcOrd="1" destOrd="0" presId="urn:microsoft.com/office/officeart/2005/8/layout/hierarchy1"/>
    <dgm:cxn modelId="{0C6CAA91-7E42-4DCC-864E-74D34FC42FC6}" type="presParOf" srcId="{6B60EE27-9975-421F-BF52-E13B0AB36AB8}" destId="{FCA7F384-329F-404D-936A-86C2F3897A24}"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00A0D3E-864D-41D0-B810-0AE7E4AF030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46AC985-73D3-487B-9535-9A70BDA262EA}">
      <dgm:prSet/>
      <dgm:spPr/>
      <dgm:t>
        <a:bodyPr/>
        <a:lstStyle/>
        <a:p>
          <a:pPr algn="r"/>
          <a:r>
            <a:rPr lang="en-US" dirty="0"/>
            <a:t>In topics of Machine Learning</a:t>
          </a:r>
        </a:p>
      </dgm:t>
    </dgm:pt>
    <dgm:pt modelId="{B3720552-6ECD-48CA-96CB-04043A6836A1}" type="parTrans" cxnId="{7519C2C0-47BF-465F-942D-D967A69A4CD7}">
      <dgm:prSet/>
      <dgm:spPr/>
      <dgm:t>
        <a:bodyPr/>
        <a:lstStyle/>
        <a:p>
          <a:endParaRPr lang="en-US"/>
        </a:p>
      </dgm:t>
    </dgm:pt>
    <dgm:pt modelId="{0BC441A5-D741-4E81-81E4-0862AA5B8183}" type="sibTrans" cxnId="{7519C2C0-47BF-465F-942D-D967A69A4CD7}">
      <dgm:prSet/>
      <dgm:spPr/>
      <dgm:t>
        <a:bodyPr/>
        <a:lstStyle/>
        <a:p>
          <a:endParaRPr lang="en-US"/>
        </a:p>
      </dgm:t>
    </dgm:pt>
    <dgm:pt modelId="{605A9857-3826-4BF3-9D42-216740332A8F}">
      <dgm:prSet/>
      <dgm:spPr/>
      <dgm:t>
        <a:bodyPr/>
        <a:lstStyle/>
        <a:p>
          <a:pPr algn="r" rtl="1"/>
          <a:r>
            <a:rPr lang="en-US" dirty="0"/>
            <a:t>Usage of Advanced Techniques in Machine Learning</a:t>
          </a:r>
        </a:p>
      </dgm:t>
    </dgm:pt>
    <dgm:pt modelId="{21111B7A-EB7F-40ED-8A39-96BF189D9832}" type="parTrans" cxnId="{291C4FB7-BC0F-40B7-BBD4-A54782295AE8}">
      <dgm:prSet/>
      <dgm:spPr/>
      <dgm:t>
        <a:bodyPr/>
        <a:lstStyle/>
        <a:p>
          <a:endParaRPr lang="en-US"/>
        </a:p>
      </dgm:t>
    </dgm:pt>
    <dgm:pt modelId="{6C645AA3-91CF-4C1E-94A2-C250977BE6AB}" type="sibTrans" cxnId="{291C4FB7-BC0F-40B7-BBD4-A54782295AE8}">
      <dgm:prSet/>
      <dgm:spPr/>
      <dgm:t>
        <a:bodyPr/>
        <a:lstStyle/>
        <a:p>
          <a:endParaRPr lang="en-US"/>
        </a:p>
      </dgm:t>
    </dgm:pt>
    <dgm:pt modelId="{1BF4697D-736A-443C-9DAD-EBB448AB46FA}">
      <dgm:prSet/>
      <dgm:spPr/>
      <dgm:t>
        <a:bodyPr/>
        <a:lstStyle/>
        <a:p>
          <a:pPr algn="r" rtl="1"/>
          <a:r>
            <a:rPr lang="en-US" dirty="0"/>
            <a:t>The ancient reality of The Medical Industry </a:t>
          </a:r>
        </a:p>
      </dgm:t>
    </dgm:pt>
    <dgm:pt modelId="{1336ACF1-483B-4060-B96C-BA05E1B675F8}" type="parTrans" cxnId="{8B0E3F46-4C1C-4111-B774-8C53BE68E27B}">
      <dgm:prSet/>
      <dgm:spPr/>
    </dgm:pt>
    <dgm:pt modelId="{4D7DED82-5CFD-4EBA-BB06-BAA4622CC7CE}" type="sibTrans" cxnId="{8B0E3F46-4C1C-4111-B774-8C53BE68E27B}">
      <dgm:prSet/>
      <dgm:spPr/>
    </dgm:pt>
    <dgm:pt modelId="{4D6A8B16-97D5-40A6-827B-F7F541F777A9}">
      <dgm:prSet/>
      <dgm:spPr/>
      <dgm:t>
        <a:bodyPr/>
        <a:lstStyle/>
        <a:p>
          <a:pPr algn="r" rtl="1"/>
          <a:endParaRPr lang="en-US" dirty="0"/>
        </a:p>
      </dgm:t>
    </dgm:pt>
    <dgm:pt modelId="{4FA7F76F-AC95-4713-BA1E-2ED16FDA0E76}" type="parTrans" cxnId="{FDE60B92-97C0-4293-BCBE-4D513258C645}">
      <dgm:prSet/>
      <dgm:spPr/>
    </dgm:pt>
    <dgm:pt modelId="{9C388C70-00A9-4041-A79B-334ECE77AE98}" type="sibTrans" cxnId="{FDE60B92-97C0-4293-BCBE-4D513258C645}">
      <dgm:prSet/>
      <dgm:spPr/>
    </dgm:pt>
    <dgm:pt modelId="{75C05B6C-1C84-41E2-B58E-59132583BC0E}">
      <dgm:prSet/>
      <dgm:spPr/>
      <dgm:t>
        <a:bodyPr/>
        <a:lstStyle/>
        <a:p>
          <a:pPr algn="r" rtl="1"/>
          <a:r>
            <a:rPr lang="en-US" dirty="0"/>
            <a:t>How the combination of the above bullet points saves lives and advance us as a society.</a:t>
          </a:r>
        </a:p>
      </dgm:t>
    </dgm:pt>
    <dgm:pt modelId="{257241B8-5BEC-4187-8146-39D889F8853E}" type="parTrans" cxnId="{48633E2D-1EF7-4E75-8A59-9B9779F9CAC2}">
      <dgm:prSet/>
      <dgm:spPr/>
    </dgm:pt>
    <dgm:pt modelId="{65F3DE16-A422-4C1C-BD9D-4B2C14116A80}" type="sibTrans" cxnId="{48633E2D-1EF7-4E75-8A59-9B9779F9CAC2}">
      <dgm:prSet/>
      <dgm:spPr/>
    </dgm:pt>
    <dgm:pt modelId="{5C1F14DF-67A7-4BAB-9336-83AC20F61631}">
      <dgm:prSet/>
      <dgm:spPr/>
      <dgm:t>
        <a:bodyPr/>
        <a:lstStyle/>
        <a:p>
          <a:pPr algn="r" rtl="1"/>
          <a:endParaRPr lang="en-US" dirty="0"/>
        </a:p>
      </dgm:t>
    </dgm:pt>
    <dgm:pt modelId="{EDD4A68A-9475-4BF1-8CD4-4B0C9FAF5BF5}" type="parTrans" cxnId="{0D24EECE-1E9A-4E01-8B35-212A15AD164A}">
      <dgm:prSet/>
      <dgm:spPr/>
    </dgm:pt>
    <dgm:pt modelId="{36B3CCBA-858C-4771-815A-05738AEA084D}" type="sibTrans" cxnId="{0D24EECE-1E9A-4E01-8B35-212A15AD164A}">
      <dgm:prSet/>
      <dgm:spPr/>
    </dgm:pt>
    <dgm:pt modelId="{3E2CBDED-4AB5-497F-9DFD-CC6BEE7E5E64}" type="pres">
      <dgm:prSet presAssocID="{F00A0D3E-864D-41D0-B810-0AE7E4AF0303}" presName="linear" presStyleCnt="0">
        <dgm:presLayoutVars>
          <dgm:animLvl val="lvl"/>
          <dgm:resizeHandles val="exact"/>
        </dgm:presLayoutVars>
      </dgm:prSet>
      <dgm:spPr/>
    </dgm:pt>
    <dgm:pt modelId="{4B515462-111D-4E57-B0E6-2851BCD6CC93}" type="pres">
      <dgm:prSet presAssocID="{D46AC985-73D3-487B-9535-9A70BDA262EA}" presName="parentText" presStyleLbl="node1" presStyleIdx="0" presStyleCnt="1">
        <dgm:presLayoutVars>
          <dgm:chMax val="0"/>
          <dgm:bulletEnabled val="1"/>
        </dgm:presLayoutVars>
      </dgm:prSet>
      <dgm:spPr/>
    </dgm:pt>
    <dgm:pt modelId="{77F175DE-6C91-405B-ABC1-4BC8BD72EC7F}" type="pres">
      <dgm:prSet presAssocID="{D46AC985-73D3-487B-9535-9A70BDA262EA}" presName="childText" presStyleLbl="revTx" presStyleIdx="0" presStyleCnt="1">
        <dgm:presLayoutVars>
          <dgm:bulletEnabled val="1"/>
        </dgm:presLayoutVars>
      </dgm:prSet>
      <dgm:spPr/>
    </dgm:pt>
  </dgm:ptLst>
  <dgm:cxnLst>
    <dgm:cxn modelId="{3F42A125-DF33-44E9-959A-8A4868FB78F2}" type="presOf" srcId="{75C05B6C-1C84-41E2-B58E-59132583BC0E}" destId="{77F175DE-6C91-405B-ABC1-4BC8BD72EC7F}" srcOrd="0" destOrd="4" presId="urn:microsoft.com/office/officeart/2005/8/layout/vList2"/>
    <dgm:cxn modelId="{48633E2D-1EF7-4E75-8A59-9B9779F9CAC2}" srcId="{D46AC985-73D3-487B-9535-9A70BDA262EA}" destId="{75C05B6C-1C84-41E2-B58E-59132583BC0E}" srcOrd="4" destOrd="0" parTransId="{257241B8-5BEC-4187-8146-39D889F8853E}" sibTransId="{65F3DE16-A422-4C1C-BD9D-4B2C14116A80}"/>
    <dgm:cxn modelId="{E2E1C65D-7F61-4BB3-BEF2-A6D27E3DF6AB}" type="presOf" srcId="{5C1F14DF-67A7-4BAB-9336-83AC20F61631}" destId="{77F175DE-6C91-405B-ABC1-4BC8BD72EC7F}" srcOrd="0" destOrd="3" presId="urn:microsoft.com/office/officeart/2005/8/layout/vList2"/>
    <dgm:cxn modelId="{8B0E3F46-4C1C-4111-B774-8C53BE68E27B}" srcId="{D46AC985-73D3-487B-9535-9A70BDA262EA}" destId="{1BF4697D-736A-443C-9DAD-EBB448AB46FA}" srcOrd="2" destOrd="0" parTransId="{1336ACF1-483B-4060-B96C-BA05E1B675F8}" sibTransId="{4D7DED82-5CFD-4EBA-BB06-BAA4622CC7CE}"/>
    <dgm:cxn modelId="{2F2EE46E-A60E-44B1-B6CC-519F0F779B6D}" type="presOf" srcId="{605A9857-3826-4BF3-9D42-216740332A8F}" destId="{77F175DE-6C91-405B-ABC1-4BC8BD72EC7F}" srcOrd="0" destOrd="0" presId="urn:microsoft.com/office/officeart/2005/8/layout/vList2"/>
    <dgm:cxn modelId="{D895E77E-7AE9-42E9-8741-CEF4AB439EEE}" type="presOf" srcId="{1BF4697D-736A-443C-9DAD-EBB448AB46FA}" destId="{77F175DE-6C91-405B-ABC1-4BC8BD72EC7F}" srcOrd="0" destOrd="2" presId="urn:microsoft.com/office/officeart/2005/8/layout/vList2"/>
    <dgm:cxn modelId="{FDE60B92-97C0-4293-BCBE-4D513258C645}" srcId="{D46AC985-73D3-487B-9535-9A70BDA262EA}" destId="{4D6A8B16-97D5-40A6-827B-F7F541F777A9}" srcOrd="1" destOrd="0" parTransId="{4FA7F76F-AC95-4713-BA1E-2ED16FDA0E76}" sibTransId="{9C388C70-00A9-4041-A79B-334ECE77AE98}"/>
    <dgm:cxn modelId="{291C4FB7-BC0F-40B7-BBD4-A54782295AE8}" srcId="{D46AC985-73D3-487B-9535-9A70BDA262EA}" destId="{605A9857-3826-4BF3-9D42-216740332A8F}" srcOrd="0" destOrd="0" parTransId="{21111B7A-EB7F-40ED-8A39-96BF189D9832}" sibTransId="{6C645AA3-91CF-4C1E-94A2-C250977BE6AB}"/>
    <dgm:cxn modelId="{F2D134B9-41E1-45ED-851F-D1CF680C7274}" type="presOf" srcId="{D46AC985-73D3-487B-9535-9A70BDA262EA}" destId="{4B515462-111D-4E57-B0E6-2851BCD6CC93}" srcOrd="0" destOrd="0" presId="urn:microsoft.com/office/officeart/2005/8/layout/vList2"/>
    <dgm:cxn modelId="{7519C2C0-47BF-465F-942D-D967A69A4CD7}" srcId="{F00A0D3E-864D-41D0-B810-0AE7E4AF0303}" destId="{D46AC985-73D3-487B-9535-9A70BDA262EA}" srcOrd="0" destOrd="0" parTransId="{B3720552-6ECD-48CA-96CB-04043A6836A1}" sibTransId="{0BC441A5-D741-4E81-81E4-0862AA5B8183}"/>
    <dgm:cxn modelId="{0D24EECE-1E9A-4E01-8B35-212A15AD164A}" srcId="{D46AC985-73D3-487B-9535-9A70BDA262EA}" destId="{5C1F14DF-67A7-4BAB-9336-83AC20F61631}" srcOrd="3" destOrd="0" parTransId="{EDD4A68A-9475-4BF1-8CD4-4B0C9FAF5BF5}" sibTransId="{36B3CCBA-858C-4771-815A-05738AEA084D}"/>
    <dgm:cxn modelId="{0E66DFEE-335D-408F-8F5F-F6C100A3AD91}" type="presOf" srcId="{4D6A8B16-97D5-40A6-827B-F7F541F777A9}" destId="{77F175DE-6C91-405B-ABC1-4BC8BD72EC7F}" srcOrd="0" destOrd="1" presId="urn:microsoft.com/office/officeart/2005/8/layout/vList2"/>
    <dgm:cxn modelId="{F88A81EF-9475-4EA4-9A29-FE97160D4B1D}" type="presOf" srcId="{F00A0D3E-864D-41D0-B810-0AE7E4AF0303}" destId="{3E2CBDED-4AB5-497F-9DFD-CC6BEE7E5E64}" srcOrd="0" destOrd="0" presId="urn:microsoft.com/office/officeart/2005/8/layout/vList2"/>
    <dgm:cxn modelId="{C25CE566-A89C-4F81-A8C9-ED4C583EB165}" type="presParOf" srcId="{3E2CBDED-4AB5-497F-9DFD-CC6BEE7E5E64}" destId="{4B515462-111D-4E57-B0E6-2851BCD6CC93}" srcOrd="0" destOrd="0" presId="urn:microsoft.com/office/officeart/2005/8/layout/vList2"/>
    <dgm:cxn modelId="{CB207371-0FC5-4635-8A04-780A129AF47A}" type="presParOf" srcId="{3E2CBDED-4AB5-497F-9DFD-CC6BEE7E5E64}" destId="{77F175DE-6C91-405B-ABC1-4BC8BD72EC7F}"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240B0B-07AF-4ACF-A229-FA89463FA682}">
      <dsp:nvSpPr>
        <dsp:cNvPr id="0" name=""/>
        <dsp:cNvSpPr/>
      </dsp:nvSpPr>
      <dsp:spPr>
        <a:xfrm>
          <a:off x="0" y="531"/>
          <a:ext cx="10515600" cy="0"/>
        </a:xfrm>
        <a:prstGeom prst="lin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04AFBA99-6EF4-4C2E-90A2-9B286CA5E8D6}">
      <dsp:nvSpPr>
        <dsp:cNvPr id="0" name=""/>
        <dsp:cNvSpPr/>
      </dsp:nvSpPr>
      <dsp:spPr>
        <a:xfrm>
          <a:off x="0" y="53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The data was taken from:</a:t>
          </a:r>
          <a:br>
            <a:rPr lang="en-US" sz="2400" kern="1200" dirty="0"/>
          </a:br>
          <a:r>
            <a:rPr lang="en-US" sz="2400" kern="1200" dirty="0">
              <a:hlinkClick xmlns:r="http://schemas.openxmlformats.org/officeDocument/2006/relationships" r:id="rId1"/>
            </a:rPr>
            <a:t>MIMIC-III Clinical Database Demo v1.4</a:t>
          </a:r>
          <a:endParaRPr lang="en-US" sz="2400" kern="1200" dirty="0"/>
        </a:p>
      </dsp:txBody>
      <dsp:txXfrm>
        <a:off x="0" y="531"/>
        <a:ext cx="10515600" cy="870055"/>
      </dsp:txXfrm>
    </dsp:sp>
    <dsp:sp modelId="{0724E479-04F3-4CD8-B35B-AECCA6D9A702}">
      <dsp:nvSpPr>
        <dsp:cNvPr id="0" name=""/>
        <dsp:cNvSpPr/>
      </dsp:nvSpPr>
      <dsp:spPr>
        <a:xfrm>
          <a:off x="0" y="870586"/>
          <a:ext cx="10515600" cy="0"/>
        </a:xfrm>
        <a:prstGeom prst="lin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FD5E48A6-753B-4B8F-9F5F-EEDF54B7659B}">
      <dsp:nvSpPr>
        <dsp:cNvPr id="0" name=""/>
        <dsp:cNvSpPr/>
      </dsp:nvSpPr>
      <dsp:spPr>
        <a:xfrm>
          <a:off x="0" y="870586"/>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Our comparison variable is Died in the hospital yes or no.</a:t>
          </a:r>
        </a:p>
      </dsp:txBody>
      <dsp:txXfrm>
        <a:off x="0" y="870586"/>
        <a:ext cx="10515600" cy="870055"/>
      </dsp:txXfrm>
    </dsp:sp>
    <dsp:sp modelId="{F636D8A9-DD62-44EB-8BF0-ACC09ED0A6C5}">
      <dsp:nvSpPr>
        <dsp:cNvPr id="0" name=""/>
        <dsp:cNvSpPr/>
      </dsp:nvSpPr>
      <dsp:spPr>
        <a:xfrm>
          <a:off x="0" y="1740641"/>
          <a:ext cx="10515600" cy="0"/>
        </a:xfrm>
        <a:prstGeom prst="lin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DBE87F23-6AE5-4248-BB04-0E874908685C}">
      <dsp:nvSpPr>
        <dsp:cNvPr id="0" name=""/>
        <dsp:cNvSpPr/>
      </dsp:nvSpPr>
      <dsp:spPr>
        <a:xfrm>
          <a:off x="0" y="174064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We will manipulate the data in order to obtain a simpler form of the data to use and apply analysis on.</a:t>
          </a:r>
        </a:p>
      </dsp:txBody>
      <dsp:txXfrm>
        <a:off x="0" y="1740641"/>
        <a:ext cx="10515600" cy="870055"/>
      </dsp:txXfrm>
    </dsp:sp>
    <dsp:sp modelId="{F1326BFA-FDD6-4713-9360-587B91B38DC8}">
      <dsp:nvSpPr>
        <dsp:cNvPr id="0" name=""/>
        <dsp:cNvSpPr/>
      </dsp:nvSpPr>
      <dsp:spPr>
        <a:xfrm>
          <a:off x="0" y="2610696"/>
          <a:ext cx="10515600" cy="0"/>
        </a:xfrm>
        <a:prstGeom prst="lin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0601ED31-7ED7-4CF5-83DF-4D67C9184DFD}">
      <dsp:nvSpPr>
        <dsp:cNvPr id="0" name=""/>
        <dsp:cNvSpPr/>
      </dsp:nvSpPr>
      <dsp:spPr>
        <a:xfrm>
          <a:off x="0" y="2610696"/>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We pull the relevant data out of our data tables into a single data table which the analysis will be performed on.</a:t>
          </a:r>
        </a:p>
      </dsp:txBody>
      <dsp:txXfrm>
        <a:off x="0" y="2610696"/>
        <a:ext cx="10515600" cy="870055"/>
      </dsp:txXfrm>
    </dsp:sp>
    <dsp:sp modelId="{9D7026CE-2427-4F70-8745-769BC484056E}">
      <dsp:nvSpPr>
        <dsp:cNvPr id="0" name=""/>
        <dsp:cNvSpPr/>
      </dsp:nvSpPr>
      <dsp:spPr>
        <a:xfrm>
          <a:off x="0" y="3480751"/>
          <a:ext cx="10515600" cy="0"/>
        </a:xfrm>
        <a:prstGeom prst="lin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DC798B67-C602-41AB-B22D-D789A23483F2}">
      <dsp:nvSpPr>
        <dsp:cNvPr id="0" name=""/>
        <dsp:cNvSpPr/>
      </dsp:nvSpPr>
      <dsp:spPr>
        <a:xfrm>
          <a:off x="0" y="348075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We will conduct a review of the type of variables identify missing data and outliers.</a:t>
          </a:r>
        </a:p>
      </dsp:txBody>
      <dsp:txXfrm>
        <a:off x="0" y="3480751"/>
        <a:ext cx="10515600" cy="87005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DC081A-A1F2-4DF2-9734-4E817924A769}">
      <dsp:nvSpPr>
        <dsp:cNvPr id="0" name=""/>
        <dsp:cNvSpPr/>
      </dsp:nvSpPr>
      <dsp:spPr>
        <a:xfrm>
          <a:off x="3329" y="1803011"/>
          <a:ext cx="1490629" cy="74531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a:t>Chronic Kidney Disease -  </a:t>
          </a:r>
        </a:p>
      </dsp:txBody>
      <dsp:txXfrm>
        <a:off x="3329" y="1803011"/>
        <a:ext cx="1490629" cy="745314"/>
      </dsp:txXfrm>
    </dsp:sp>
    <dsp:sp modelId="{8D7FEB41-E2E0-45D3-942E-6BFD73CA4775}">
      <dsp:nvSpPr>
        <dsp:cNvPr id="0" name=""/>
        <dsp:cNvSpPr/>
      </dsp:nvSpPr>
      <dsp:spPr>
        <a:xfrm>
          <a:off x="1806991" y="1803011"/>
          <a:ext cx="1490629" cy="74531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a:t>Gradual Loss of Kidney Function</a:t>
          </a:r>
        </a:p>
      </dsp:txBody>
      <dsp:txXfrm>
        <a:off x="1806991" y="1803011"/>
        <a:ext cx="1490629" cy="745314"/>
      </dsp:txXfrm>
    </dsp:sp>
    <dsp:sp modelId="{467EE089-903F-4FE6-9115-A15C08866BA7}">
      <dsp:nvSpPr>
        <dsp:cNvPr id="0" name=""/>
        <dsp:cNvSpPr/>
      </dsp:nvSpPr>
      <dsp:spPr>
        <a:xfrm>
          <a:off x="3610653" y="1803011"/>
          <a:ext cx="1490629" cy="74531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a:t>Can lead to Kidney Failure</a:t>
          </a:r>
        </a:p>
      </dsp:txBody>
      <dsp:txXfrm>
        <a:off x="3610653" y="1803011"/>
        <a:ext cx="1490629" cy="745314"/>
      </dsp:txXfrm>
    </dsp:sp>
    <dsp:sp modelId="{3CD8289F-75B0-41A5-BED9-3B7E07E2F583}">
      <dsp:nvSpPr>
        <dsp:cNvPr id="0" name=""/>
        <dsp:cNvSpPr/>
      </dsp:nvSpPr>
      <dsp:spPr>
        <a:xfrm>
          <a:off x="5414316" y="1803011"/>
          <a:ext cx="1490629" cy="74531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a:t>Can lead to High Blood pressure</a:t>
          </a:r>
        </a:p>
      </dsp:txBody>
      <dsp:txXfrm>
        <a:off x="5414316" y="1803011"/>
        <a:ext cx="1490629" cy="745314"/>
      </dsp:txXfrm>
    </dsp:sp>
    <dsp:sp modelId="{A50E7323-08F1-4A52-9038-967786D1AE4E}">
      <dsp:nvSpPr>
        <dsp:cNvPr id="0" name=""/>
        <dsp:cNvSpPr/>
      </dsp:nvSpPr>
      <dsp:spPr>
        <a:xfrm>
          <a:off x="7217978" y="1803011"/>
          <a:ext cx="1490629" cy="74531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a:t>Can lead to swelling </a:t>
          </a:r>
        </a:p>
      </dsp:txBody>
      <dsp:txXfrm>
        <a:off x="7217978" y="1803011"/>
        <a:ext cx="1490629" cy="745314"/>
      </dsp:txXfrm>
    </dsp:sp>
    <dsp:sp modelId="{1B6C375B-03AE-4DFB-8AF5-4F689710CE44}">
      <dsp:nvSpPr>
        <dsp:cNvPr id="0" name=""/>
        <dsp:cNvSpPr/>
      </dsp:nvSpPr>
      <dsp:spPr>
        <a:xfrm>
          <a:off x="9021640" y="1803011"/>
          <a:ext cx="1490629" cy="74531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a:t>Can cause higher rate of urinating</a:t>
          </a:r>
        </a:p>
      </dsp:txBody>
      <dsp:txXfrm>
        <a:off x="9021640" y="1803011"/>
        <a:ext cx="1490629" cy="7453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214EAB-925F-45CB-BAF6-A3F2A641D8B1}">
      <dsp:nvSpPr>
        <dsp:cNvPr id="0" name=""/>
        <dsp:cNvSpPr/>
      </dsp:nvSpPr>
      <dsp:spPr>
        <a:xfrm>
          <a:off x="0" y="91898"/>
          <a:ext cx="10515600" cy="10342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In this analysis, we will want to study the differences between patients who have died and those who have survived, so we will focus mainly on:</a:t>
          </a:r>
        </a:p>
      </dsp:txBody>
      <dsp:txXfrm>
        <a:off x="50489" y="142387"/>
        <a:ext cx="10414622" cy="933302"/>
      </dsp:txXfrm>
    </dsp:sp>
    <dsp:sp modelId="{E41A3E27-A102-49E2-A7A0-A2DAF40D775E}">
      <dsp:nvSpPr>
        <dsp:cNvPr id="0" name=""/>
        <dsp:cNvSpPr/>
      </dsp:nvSpPr>
      <dsp:spPr>
        <a:xfrm>
          <a:off x="0" y="1126179"/>
          <a:ext cx="10515600" cy="1049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3020" rIns="184912" bIns="33020" numCol="1" spcCol="1270" anchor="t" anchorCtr="0">
          <a:noAutofit/>
        </a:bodyPr>
        <a:lstStyle/>
        <a:p>
          <a:pPr marL="228600" lvl="1" indent="-228600" algn="l" defTabSz="889000" rtl="0">
            <a:lnSpc>
              <a:spcPct val="90000"/>
            </a:lnSpc>
            <a:spcBef>
              <a:spcPct val="0"/>
            </a:spcBef>
            <a:spcAft>
              <a:spcPct val="20000"/>
            </a:spcAft>
            <a:buChar char="•"/>
          </a:pPr>
          <a:r>
            <a:rPr lang="en-US" sz="2000" kern="1200" dirty="0"/>
            <a:t>3 Demographic parameters: age, gender, and ethnicity</a:t>
          </a:r>
        </a:p>
        <a:p>
          <a:pPr marL="228600" lvl="1" indent="-228600" algn="l" defTabSz="889000" rtl="0">
            <a:lnSpc>
              <a:spcPct val="90000"/>
            </a:lnSpc>
            <a:spcBef>
              <a:spcPct val="0"/>
            </a:spcBef>
            <a:spcAft>
              <a:spcPct val="20000"/>
            </a:spcAft>
            <a:buChar char="•"/>
          </a:pPr>
          <a:r>
            <a:rPr lang="en-US" sz="2000" kern="1200" dirty="0"/>
            <a:t>in our vital variable</a:t>
          </a:r>
        </a:p>
        <a:p>
          <a:pPr marL="228600" lvl="1" indent="-228600" algn="l" defTabSz="889000" rtl="0">
            <a:lnSpc>
              <a:spcPct val="90000"/>
            </a:lnSpc>
            <a:spcBef>
              <a:spcPct val="0"/>
            </a:spcBef>
            <a:spcAft>
              <a:spcPct val="20000"/>
            </a:spcAft>
            <a:buChar char="•"/>
          </a:pPr>
          <a:r>
            <a:rPr lang="en-US" sz="2000" kern="1200" dirty="0"/>
            <a:t>In our background disease variable</a:t>
          </a:r>
        </a:p>
      </dsp:txBody>
      <dsp:txXfrm>
        <a:off x="0" y="1126179"/>
        <a:ext cx="10515600" cy="1049490"/>
      </dsp:txXfrm>
    </dsp:sp>
    <dsp:sp modelId="{135538C2-5F5B-4909-84FA-3601E14B8CFD}">
      <dsp:nvSpPr>
        <dsp:cNvPr id="0" name=""/>
        <dsp:cNvSpPr/>
      </dsp:nvSpPr>
      <dsp:spPr>
        <a:xfrm>
          <a:off x="0" y="2175669"/>
          <a:ext cx="10515600" cy="10342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We will perform data analysis by:</a:t>
          </a:r>
        </a:p>
      </dsp:txBody>
      <dsp:txXfrm>
        <a:off x="50489" y="2226158"/>
        <a:ext cx="10414622" cy="933302"/>
      </dsp:txXfrm>
    </dsp:sp>
    <dsp:sp modelId="{1532F93C-ACFB-4F33-8E53-DF928CF64197}">
      <dsp:nvSpPr>
        <dsp:cNvPr id="0" name=""/>
        <dsp:cNvSpPr/>
      </dsp:nvSpPr>
      <dsp:spPr>
        <a:xfrm>
          <a:off x="0" y="3209949"/>
          <a:ext cx="10515600" cy="1049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3020" rIns="184912" bIns="33020" numCol="1" spcCol="1270" anchor="t" anchorCtr="0">
          <a:noAutofit/>
        </a:bodyPr>
        <a:lstStyle/>
        <a:p>
          <a:pPr marL="228600" lvl="1" indent="-228600" algn="l" defTabSz="889000" rtl="0">
            <a:lnSpc>
              <a:spcPct val="90000"/>
            </a:lnSpc>
            <a:spcBef>
              <a:spcPct val="0"/>
            </a:spcBef>
            <a:spcAft>
              <a:spcPct val="20000"/>
            </a:spcAft>
            <a:buChar char="•"/>
          </a:pPr>
          <a:r>
            <a:rPr lang="en-US" sz="2000" kern="1200" dirty="0"/>
            <a:t>Pre-processing the data</a:t>
          </a:r>
        </a:p>
        <a:p>
          <a:pPr marL="228600" lvl="1" indent="-228600" algn="l" defTabSz="889000" rtl="0">
            <a:lnSpc>
              <a:spcPct val="90000"/>
            </a:lnSpc>
            <a:spcBef>
              <a:spcPct val="0"/>
            </a:spcBef>
            <a:spcAft>
              <a:spcPct val="20000"/>
            </a:spcAft>
            <a:buChar char="•"/>
          </a:pPr>
          <a:r>
            <a:rPr lang="en-US" sz="2000" kern="1200" dirty="0"/>
            <a:t>Graph Our data in different variations.</a:t>
          </a:r>
        </a:p>
        <a:p>
          <a:pPr marL="228600" lvl="1" indent="-228600" algn="l" defTabSz="889000" rtl="0">
            <a:lnSpc>
              <a:spcPct val="90000"/>
            </a:lnSpc>
            <a:spcBef>
              <a:spcPct val="0"/>
            </a:spcBef>
            <a:spcAft>
              <a:spcPct val="20000"/>
            </a:spcAft>
            <a:buChar char="•"/>
          </a:pPr>
          <a:r>
            <a:rPr lang="en-US" sz="2000" kern="1200" dirty="0"/>
            <a:t>Perform Statistical Tests to evaluate our graphs and understand our data.</a:t>
          </a:r>
        </a:p>
      </dsp:txBody>
      <dsp:txXfrm>
        <a:off x="0" y="3209949"/>
        <a:ext cx="10515600" cy="104949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2BD916-A443-49C7-B2DF-497B24A9273C}">
      <dsp:nvSpPr>
        <dsp:cNvPr id="0" name=""/>
        <dsp:cNvSpPr/>
      </dsp:nvSpPr>
      <dsp:spPr>
        <a:xfrm>
          <a:off x="822" y="1391783"/>
          <a:ext cx="2885370" cy="183221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6BDBAE-E4D4-4FCA-9D3F-BB4FA2B14B4F}">
      <dsp:nvSpPr>
        <dsp:cNvPr id="0" name=""/>
        <dsp:cNvSpPr/>
      </dsp:nvSpPr>
      <dsp:spPr>
        <a:xfrm>
          <a:off x="321418" y="1696350"/>
          <a:ext cx="2885370" cy="183221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Statistical Analysis Results </a:t>
          </a:r>
          <a:br>
            <a:rPr lang="en-US" sz="1600" kern="1200"/>
          </a:br>
          <a:r>
            <a:rPr lang="en-US" sz="1600" kern="1200"/>
            <a:t>There is no significant relationship between the chronic kidney problem and the mortality rate in the hospital, as we found in the Chi-squared test, </a:t>
          </a:r>
          <a:r>
            <a:rPr lang="he-IL" sz="1600" kern="1200"/>
            <a:t>'</a:t>
          </a:r>
          <a:endParaRPr lang="en-US" sz="1600" kern="1200"/>
        </a:p>
      </dsp:txBody>
      <dsp:txXfrm>
        <a:off x="375082" y="1750014"/>
        <a:ext cx="2778042" cy="1724882"/>
      </dsp:txXfrm>
    </dsp:sp>
    <dsp:sp modelId="{62BAB263-BCB7-4AE7-9E77-CBE20C7BC826}">
      <dsp:nvSpPr>
        <dsp:cNvPr id="0" name=""/>
        <dsp:cNvSpPr/>
      </dsp:nvSpPr>
      <dsp:spPr>
        <a:xfrm>
          <a:off x="3527385" y="1391783"/>
          <a:ext cx="2885370" cy="183221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CB97FD9-2F91-47D8-A359-E677EFC08B56}">
      <dsp:nvSpPr>
        <dsp:cNvPr id="0" name=""/>
        <dsp:cNvSpPr/>
      </dsp:nvSpPr>
      <dsp:spPr>
        <a:xfrm>
          <a:off x="3847982" y="1696350"/>
          <a:ext cx="2885370" cy="183221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However, the Z-test showed that there are significant differences in urinary output expectancy between deceased patients and those who survived</a:t>
          </a:r>
        </a:p>
      </dsp:txBody>
      <dsp:txXfrm>
        <a:off x="3901646" y="1750014"/>
        <a:ext cx="2778042" cy="172488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515462-111D-4E57-B0E6-2851BCD6CC93}">
      <dsp:nvSpPr>
        <dsp:cNvPr id="0" name=""/>
        <dsp:cNvSpPr/>
      </dsp:nvSpPr>
      <dsp:spPr>
        <a:xfrm>
          <a:off x="0" y="7839"/>
          <a:ext cx="10515600" cy="10319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r" defTabSz="1866900">
            <a:lnSpc>
              <a:spcPct val="90000"/>
            </a:lnSpc>
            <a:spcBef>
              <a:spcPct val="0"/>
            </a:spcBef>
            <a:spcAft>
              <a:spcPct val="35000"/>
            </a:spcAft>
            <a:buNone/>
          </a:pPr>
          <a:r>
            <a:rPr lang="en-US" sz="4200" kern="1200" dirty="0"/>
            <a:t>In topics of Machine Learning</a:t>
          </a:r>
        </a:p>
      </dsp:txBody>
      <dsp:txXfrm>
        <a:off x="50375" y="58214"/>
        <a:ext cx="10414850" cy="931190"/>
      </dsp:txXfrm>
    </dsp:sp>
    <dsp:sp modelId="{77F175DE-6C91-405B-ABC1-4BC8BD72EC7F}">
      <dsp:nvSpPr>
        <dsp:cNvPr id="0" name=""/>
        <dsp:cNvSpPr/>
      </dsp:nvSpPr>
      <dsp:spPr>
        <a:xfrm>
          <a:off x="0" y="1039779"/>
          <a:ext cx="10515600" cy="3303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53340" rIns="298704" bIns="53340" numCol="1" spcCol="1270" anchor="t" anchorCtr="0">
          <a:noAutofit/>
        </a:bodyPr>
        <a:lstStyle/>
        <a:p>
          <a:pPr marL="285750" lvl="1" indent="-285750" algn="r" defTabSz="1466850" rtl="1">
            <a:lnSpc>
              <a:spcPct val="90000"/>
            </a:lnSpc>
            <a:spcBef>
              <a:spcPct val="0"/>
            </a:spcBef>
            <a:spcAft>
              <a:spcPct val="20000"/>
            </a:spcAft>
            <a:buChar char="•"/>
          </a:pPr>
          <a:r>
            <a:rPr lang="en-US" sz="3300" kern="1200" dirty="0"/>
            <a:t>Usage of Advanced Techniques in Machine Learning</a:t>
          </a:r>
        </a:p>
        <a:p>
          <a:pPr marL="285750" lvl="1" indent="-285750" algn="r" defTabSz="1466850" rtl="1">
            <a:lnSpc>
              <a:spcPct val="90000"/>
            </a:lnSpc>
            <a:spcBef>
              <a:spcPct val="0"/>
            </a:spcBef>
            <a:spcAft>
              <a:spcPct val="20000"/>
            </a:spcAft>
            <a:buChar char="•"/>
          </a:pPr>
          <a:endParaRPr lang="en-US" sz="3300" kern="1200" dirty="0"/>
        </a:p>
        <a:p>
          <a:pPr marL="285750" lvl="1" indent="-285750" algn="r" defTabSz="1466850" rtl="1">
            <a:lnSpc>
              <a:spcPct val="90000"/>
            </a:lnSpc>
            <a:spcBef>
              <a:spcPct val="0"/>
            </a:spcBef>
            <a:spcAft>
              <a:spcPct val="20000"/>
            </a:spcAft>
            <a:buChar char="•"/>
          </a:pPr>
          <a:r>
            <a:rPr lang="en-US" sz="3300" kern="1200" dirty="0"/>
            <a:t>The ancient reality of The Medical Industry </a:t>
          </a:r>
        </a:p>
        <a:p>
          <a:pPr marL="285750" lvl="1" indent="-285750" algn="r" defTabSz="1466850" rtl="1">
            <a:lnSpc>
              <a:spcPct val="90000"/>
            </a:lnSpc>
            <a:spcBef>
              <a:spcPct val="0"/>
            </a:spcBef>
            <a:spcAft>
              <a:spcPct val="20000"/>
            </a:spcAft>
            <a:buChar char="•"/>
          </a:pPr>
          <a:endParaRPr lang="en-US" sz="3300" kern="1200" dirty="0"/>
        </a:p>
        <a:p>
          <a:pPr marL="285750" lvl="1" indent="-285750" algn="r" defTabSz="1466850" rtl="1">
            <a:lnSpc>
              <a:spcPct val="90000"/>
            </a:lnSpc>
            <a:spcBef>
              <a:spcPct val="0"/>
            </a:spcBef>
            <a:spcAft>
              <a:spcPct val="20000"/>
            </a:spcAft>
            <a:buChar char="•"/>
          </a:pPr>
          <a:r>
            <a:rPr lang="en-US" sz="3300" kern="1200" dirty="0"/>
            <a:t>How the combination of the above bullet points saves lives and advance us as a society.</a:t>
          </a:r>
        </a:p>
      </dsp:txBody>
      <dsp:txXfrm>
        <a:off x="0" y="1039779"/>
        <a:ext cx="10515600" cy="330372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A13B7-3324-F67C-CC4F-2E218C978F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DA8D1E7A-4DC7-3866-51B2-644DD5E8B4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3F21AB6F-9FCA-E571-BB70-CC265DBD3DC0}"/>
              </a:ext>
            </a:extLst>
          </p:cNvPr>
          <p:cNvSpPr>
            <a:spLocks noGrp="1"/>
          </p:cNvSpPr>
          <p:nvPr>
            <p:ph type="dt" sz="half" idx="10"/>
          </p:nvPr>
        </p:nvSpPr>
        <p:spPr/>
        <p:txBody>
          <a:bodyPr/>
          <a:lstStyle/>
          <a:p>
            <a:fld id="{F5B5C0C0-701C-405A-87B3-BB6A9203DD5D}" type="datetimeFigureOut">
              <a:rPr lang="en-IL" smtClean="0"/>
              <a:t>04/06/2025</a:t>
            </a:fld>
            <a:endParaRPr lang="en-IL"/>
          </a:p>
        </p:txBody>
      </p:sp>
      <p:sp>
        <p:nvSpPr>
          <p:cNvPr id="5" name="Footer Placeholder 4">
            <a:extLst>
              <a:ext uri="{FF2B5EF4-FFF2-40B4-BE49-F238E27FC236}">
                <a16:creationId xmlns:a16="http://schemas.microsoft.com/office/drawing/2014/main" id="{68E3221E-9A28-BF0A-0A53-22607AFC03A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A5F0483-8C7A-828B-09C9-B96D69704887}"/>
              </a:ext>
            </a:extLst>
          </p:cNvPr>
          <p:cNvSpPr>
            <a:spLocks noGrp="1"/>
          </p:cNvSpPr>
          <p:nvPr>
            <p:ph type="sldNum" sz="quarter" idx="12"/>
          </p:nvPr>
        </p:nvSpPr>
        <p:spPr/>
        <p:txBody>
          <a:bodyPr/>
          <a:lstStyle/>
          <a:p>
            <a:fld id="{C6BC1D08-D5F6-4408-BFB1-D96BF706EB45}" type="slidenum">
              <a:rPr lang="en-IL" smtClean="0"/>
              <a:t>‹#›</a:t>
            </a:fld>
            <a:endParaRPr lang="en-IL"/>
          </a:p>
        </p:txBody>
      </p:sp>
    </p:spTree>
    <p:extLst>
      <p:ext uri="{BB962C8B-B14F-4D97-AF65-F5344CB8AC3E}">
        <p14:creationId xmlns:p14="http://schemas.microsoft.com/office/powerpoint/2010/main" val="35236381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0B687-AE34-DA52-0DA0-825612C8C10F}"/>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458DF1DE-4160-9888-62F1-B110F5A8E4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34820FC3-5520-7EA0-3270-74854B093913}"/>
              </a:ext>
            </a:extLst>
          </p:cNvPr>
          <p:cNvSpPr>
            <a:spLocks noGrp="1"/>
          </p:cNvSpPr>
          <p:nvPr>
            <p:ph type="dt" sz="half" idx="10"/>
          </p:nvPr>
        </p:nvSpPr>
        <p:spPr/>
        <p:txBody>
          <a:bodyPr/>
          <a:lstStyle/>
          <a:p>
            <a:fld id="{F5B5C0C0-701C-405A-87B3-BB6A9203DD5D}" type="datetimeFigureOut">
              <a:rPr lang="en-IL" smtClean="0"/>
              <a:t>04/06/2025</a:t>
            </a:fld>
            <a:endParaRPr lang="en-IL"/>
          </a:p>
        </p:txBody>
      </p:sp>
      <p:sp>
        <p:nvSpPr>
          <p:cNvPr id="5" name="Footer Placeholder 4">
            <a:extLst>
              <a:ext uri="{FF2B5EF4-FFF2-40B4-BE49-F238E27FC236}">
                <a16:creationId xmlns:a16="http://schemas.microsoft.com/office/drawing/2014/main" id="{9737CE74-C6B7-81CB-21BB-226A220EB4AF}"/>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D75371E2-A975-85DF-FE9A-75912E801983}"/>
              </a:ext>
            </a:extLst>
          </p:cNvPr>
          <p:cNvSpPr>
            <a:spLocks noGrp="1"/>
          </p:cNvSpPr>
          <p:nvPr>
            <p:ph type="sldNum" sz="quarter" idx="12"/>
          </p:nvPr>
        </p:nvSpPr>
        <p:spPr/>
        <p:txBody>
          <a:bodyPr/>
          <a:lstStyle/>
          <a:p>
            <a:fld id="{C6BC1D08-D5F6-4408-BFB1-D96BF706EB45}" type="slidenum">
              <a:rPr lang="en-IL" smtClean="0"/>
              <a:t>‹#›</a:t>
            </a:fld>
            <a:endParaRPr lang="en-IL"/>
          </a:p>
        </p:txBody>
      </p:sp>
    </p:spTree>
    <p:extLst>
      <p:ext uri="{BB962C8B-B14F-4D97-AF65-F5344CB8AC3E}">
        <p14:creationId xmlns:p14="http://schemas.microsoft.com/office/powerpoint/2010/main" val="3777492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4659E-C10C-2BED-3774-95F021D53D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FEE39EF1-D04D-3B70-3E17-B99A23B81E1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0A1B13-D3E3-0D97-FCFF-B01CD0811C99}"/>
              </a:ext>
            </a:extLst>
          </p:cNvPr>
          <p:cNvSpPr>
            <a:spLocks noGrp="1"/>
          </p:cNvSpPr>
          <p:nvPr>
            <p:ph type="dt" sz="half" idx="10"/>
          </p:nvPr>
        </p:nvSpPr>
        <p:spPr/>
        <p:txBody>
          <a:bodyPr/>
          <a:lstStyle/>
          <a:p>
            <a:fld id="{F5B5C0C0-701C-405A-87B3-BB6A9203DD5D}" type="datetimeFigureOut">
              <a:rPr lang="en-IL" smtClean="0"/>
              <a:t>04/06/2025</a:t>
            </a:fld>
            <a:endParaRPr lang="en-IL"/>
          </a:p>
        </p:txBody>
      </p:sp>
      <p:sp>
        <p:nvSpPr>
          <p:cNvPr id="5" name="Footer Placeholder 4">
            <a:extLst>
              <a:ext uri="{FF2B5EF4-FFF2-40B4-BE49-F238E27FC236}">
                <a16:creationId xmlns:a16="http://schemas.microsoft.com/office/drawing/2014/main" id="{AA0019C4-6946-1170-5A86-CAEB78A2B85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EFCA4E91-E1A9-AA8B-584A-A1BE81940E30}"/>
              </a:ext>
            </a:extLst>
          </p:cNvPr>
          <p:cNvSpPr>
            <a:spLocks noGrp="1"/>
          </p:cNvSpPr>
          <p:nvPr>
            <p:ph type="sldNum" sz="quarter" idx="12"/>
          </p:nvPr>
        </p:nvSpPr>
        <p:spPr/>
        <p:txBody>
          <a:bodyPr/>
          <a:lstStyle/>
          <a:p>
            <a:fld id="{C6BC1D08-D5F6-4408-BFB1-D96BF706EB45}" type="slidenum">
              <a:rPr lang="en-IL" smtClean="0"/>
              <a:t>‹#›</a:t>
            </a:fld>
            <a:endParaRPr lang="en-IL"/>
          </a:p>
        </p:txBody>
      </p:sp>
    </p:spTree>
    <p:extLst>
      <p:ext uri="{BB962C8B-B14F-4D97-AF65-F5344CB8AC3E}">
        <p14:creationId xmlns:p14="http://schemas.microsoft.com/office/powerpoint/2010/main" val="3362075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4D851-19E5-434F-B3FD-9CD4861FDF7C}"/>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F59D327-C495-2957-C09A-E8C196D8E00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10D8E65F-E717-1899-2EAA-5DCCD4E71A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02D950A8-F8BD-8F83-BF9D-8E7F4EE9D41E}"/>
              </a:ext>
            </a:extLst>
          </p:cNvPr>
          <p:cNvSpPr>
            <a:spLocks noGrp="1"/>
          </p:cNvSpPr>
          <p:nvPr>
            <p:ph type="dt" sz="half" idx="10"/>
          </p:nvPr>
        </p:nvSpPr>
        <p:spPr/>
        <p:txBody>
          <a:bodyPr/>
          <a:lstStyle/>
          <a:p>
            <a:fld id="{F5B5C0C0-701C-405A-87B3-BB6A9203DD5D}" type="datetimeFigureOut">
              <a:rPr lang="en-IL" smtClean="0"/>
              <a:t>04/06/2025</a:t>
            </a:fld>
            <a:endParaRPr lang="en-IL"/>
          </a:p>
        </p:txBody>
      </p:sp>
      <p:sp>
        <p:nvSpPr>
          <p:cNvPr id="6" name="Footer Placeholder 5">
            <a:extLst>
              <a:ext uri="{FF2B5EF4-FFF2-40B4-BE49-F238E27FC236}">
                <a16:creationId xmlns:a16="http://schemas.microsoft.com/office/drawing/2014/main" id="{CBAE38A9-A8AA-830C-C77D-8F93E0AC7FA2}"/>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EC09F68C-ECCC-DCF3-75E4-BD6B25F34164}"/>
              </a:ext>
            </a:extLst>
          </p:cNvPr>
          <p:cNvSpPr>
            <a:spLocks noGrp="1"/>
          </p:cNvSpPr>
          <p:nvPr>
            <p:ph type="sldNum" sz="quarter" idx="12"/>
          </p:nvPr>
        </p:nvSpPr>
        <p:spPr/>
        <p:txBody>
          <a:bodyPr/>
          <a:lstStyle/>
          <a:p>
            <a:fld id="{C6BC1D08-D5F6-4408-BFB1-D96BF706EB45}" type="slidenum">
              <a:rPr lang="en-IL" smtClean="0"/>
              <a:t>‹#›</a:t>
            </a:fld>
            <a:endParaRPr lang="en-IL"/>
          </a:p>
        </p:txBody>
      </p:sp>
    </p:spTree>
    <p:extLst>
      <p:ext uri="{BB962C8B-B14F-4D97-AF65-F5344CB8AC3E}">
        <p14:creationId xmlns:p14="http://schemas.microsoft.com/office/powerpoint/2010/main" val="2407473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E31C6-E382-D8BF-FE89-CDCDB367A679}"/>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3119C4A6-3960-3341-241B-579C161ECB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264189-475D-A4EE-EF90-549DF4B618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1A39CF15-0380-8E5D-A9F6-F4B7E234D1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DF5A46-3D9F-04D7-05D3-BA49085F12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4B6867A5-49E1-4197-D20A-31358E3D9E49}"/>
              </a:ext>
            </a:extLst>
          </p:cNvPr>
          <p:cNvSpPr>
            <a:spLocks noGrp="1"/>
          </p:cNvSpPr>
          <p:nvPr>
            <p:ph type="dt" sz="half" idx="10"/>
          </p:nvPr>
        </p:nvSpPr>
        <p:spPr/>
        <p:txBody>
          <a:bodyPr/>
          <a:lstStyle/>
          <a:p>
            <a:fld id="{F5B5C0C0-701C-405A-87B3-BB6A9203DD5D}" type="datetimeFigureOut">
              <a:rPr lang="en-IL" smtClean="0"/>
              <a:t>04/06/2025</a:t>
            </a:fld>
            <a:endParaRPr lang="en-IL"/>
          </a:p>
        </p:txBody>
      </p:sp>
      <p:sp>
        <p:nvSpPr>
          <p:cNvPr id="8" name="Footer Placeholder 7">
            <a:extLst>
              <a:ext uri="{FF2B5EF4-FFF2-40B4-BE49-F238E27FC236}">
                <a16:creationId xmlns:a16="http://schemas.microsoft.com/office/drawing/2014/main" id="{E3AAB967-8E96-7EFE-D664-8C62D154375B}"/>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36F9A1EC-D335-2CA3-E4CC-FA465F505470}"/>
              </a:ext>
            </a:extLst>
          </p:cNvPr>
          <p:cNvSpPr>
            <a:spLocks noGrp="1"/>
          </p:cNvSpPr>
          <p:nvPr>
            <p:ph type="sldNum" sz="quarter" idx="12"/>
          </p:nvPr>
        </p:nvSpPr>
        <p:spPr/>
        <p:txBody>
          <a:bodyPr/>
          <a:lstStyle/>
          <a:p>
            <a:fld id="{C6BC1D08-D5F6-4408-BFB1-D96BF706EB45}" type="slidenum">
              <a:rPr lang="en-IL" smtClean="0"/>
              <a:t>‹#›</a:t>
            </a:fld>
            <a:endParaRPr lang="en-IL"/>
          </a:p>
        </p:txBody>
      </p:sp>
    </p:spTree>
    <p:extLst>
      <p:ext uri="{BB962C8B-B14F-4D97-AF65-F5344CB8AC3E}">
        <p14:creationId xmlns:p14="http://schemas.microsoft.com/office/powerpoint/2010/main" val="3430732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CAB46-836B-058A-6CAC-9D4B74E1BEFA}"/>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EDD54675-146D-2D5C-40B8-0BFFFE44B35A}"/>
              </a:ext>
            </a:extLst>
          </p:cNvPr>
          <p:cNvSpPr>
            <a:spLocks noGrp="1"/>
          </p:cNvSpPr>
          <p:nvPr>
            <p:ph type="dt" sz="half" idx="10"/>
          </p:nvPr>
        </p:nvSpPr>
        <p:spPr/>
        <p:txBody>
          <a:bodyPr/>
          <a:lstStyle/>
          <a:p>
            <a:fld id="{F5B5C0C0-701C-405A-87B3-BB6A9203DD5D}" type="datetimeFigureOut">
              <a:rPr lang="en-IL" smtClean="0"/>
              <a:t>04/06/2025</a:t>
            </a:fld>
            <a:endParaRPr lang="en-IL"/>
          </a:p>
        </p:txBody>
      </p:sp>
      <p:sp>
        <p:nvSpPr>
          <p:cNvPr id="4" name="Footer Placeholder 3">
            <a:extLst>
              <a:ext uri="{FF2B5EF4-FFF2-40B4-BE49-F238E27FC236}">
                <a16:creationId xmlns:a16="http://schemas.microsoft.com/office/drawing/2014/main" id="{D49F73B6-35BE-F2A1-29AC-148F6377C1CB}"/>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E501CF73-A8E7-2DF4-26CB-733402A783A2}"/>
              </a:ext>
            </a:extLst>
          </p:cNvPr>
          <p:cNvSpPr>
            <a:spLocks noGrp="1"/>
          </p:cNvSpPr>
          <p:nvPr>
            <p:ph type="sldNum" sz="quarter" idx="12"/>
          </p:nvPr>
        </p:nvSpPr>
        <p:spPr/>
        <p:txBody>
          <a:bodyPr/>
          <a:lstStyle/>
          <a:p>
            <a:fld id="{C6BC1D08-D5F6-4408-BFB1-D96BF706EB45}" type="slidenum">
              <a:rPr lang="en-IL" smtClean="0"/>
              <a:t>‹#›</a:t>
            </a:fld>
            <a:endParaRPr lang="en-IL"/>
          </a:p>
        </p:txBody>
      </p:sp>
    </p:spTree>
    <p:extLst>
      <p:ext uri="{BB962C8B-B14F-4D97-AF65-F5344CB8AC3E}">
        <p14:creationId xmlns:p14="http://schemas.microsoft.com/office/powerpoint/2010/main" val="949753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9C6E4D-5B79-AF53-CC26-CBD696F2E1B7}"/>
              </a:ext>
            </a:extLst>
          </p:cNvPr>
          <p:cNvSpPr>
            <a:spLocks noGrp="1"/>
          </p:cNvSpPr>
          <p:nvPr>
            <p:ph type="dt" sz="half" idx="10"/>
          </p:nvPr>
        </p:nvSpPr>
        <p:spPr/>
        <p:txBody>
          <a:bodyPr/>
          <a:lstStyle/>
          <a:p>
            <a:fld id="{F5B5C0C0-701C-405A-87B3-BB6A9203DD5D}" type="datetimeFigureOut">
              <a:rPr lang="en-IL" smtClean="0"/>
              <a:t>04/06/2025</a:t>
            </a:fld>
            <a:endParaRPr lang="en-IL"/>
          </a:p>
        </p:txBody>
      </p:sp>
      <p:sp>
        <p:nvSpPr>
          <p:cNvPr id="3" name="Footer Placeholder 2">
            <a:extLst>
              <a:ext uri="{FF2B5EF4-FFF2-40B4-BE49-F238E27FC236}">
                <a16:creationId xmlns:a16="http://schemas.microsoft.com/office/drawing/2014/main" id="{4B4F2EBB-E11A-9CE6-46FC-DE58C1C87EE3}"/>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D3D76891-1146-25A3-D251-9BD3901F200E}"/>
              </a:ext>
            </a:extLst>
          </p:cNvPr>
          <p:cNvSpPr>
            <a:spLocks noGrp="1"/>
          </p:cNvSpPr>
          <p:nvPr>
            <p:ph type="sldNum" sz="quarter" idx="12"/>
          </p:nvPr>
        </p:nvSpPr>
        <p:spPr/>
        <p:txBody>
          <a:bodyPr/>
          <a:lstStyle/>
          <a:p>
            <a:fld id="{C6BC1D08-D5F6-4408-BFB1-D96BF706EB45}" type="slidenum">
              <a:rPr lang="en-IL" smtClean="0"/>
              <a:t>‹#›</a:t>
            </a:fld>
            <a:endParaRPr lang="en-IL"/>
          </a:p>
        </p:txBody>
      </p:sp>
    </p:spTree>
    <p:extLst>
      <p:ext uri="{BB962C8B-B14F-4D97-AF65-F5344CB8AC3E}">
        <p14:creationId xmlns:p14="http://schemas.microsoft.com/office/powerpoint/2010/main" val="2632287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7B3B8-9AF6-13F1-7987-40530A6FE2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B96031C1-98E2-2D65-770B-467B0B7685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5B61E1C7-DB80-7D8C-2F0A-347EEB344E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44DFE4-888B-A908-FCFA-E27287450AA7}"/>
              </a:ext>
            </a:extLst>
          </p:cNvPr>
          <p:cNvSpPr>
            <a:spLocks noGrp="1"/>
          </p:cNvSpPr>
          <p:nvPr>
            <p:ph type="dt" sz="half" idx="10"/>
          </p:nvPr>
        </p:nvSpPr>
        <p:spPr/>
        <p:txBody>
          <a:bodyPr/>
          <a:lstStyle/>
          <a:p>
            <a:fld id="{F5B5C0C0-701C-405A-87B3-BB6A9203DD5D}" type="datetimeFigureOut">
              <a:rPr lang="en-IL" smtClean="0"/>
              <a:t>04/06/2025</a:t>
            </a:fld>
            <a:endParaRPr lang="en-IL"/>
          </a:p>
        </p:txBody>
      </p:sp>
      <p:sp>
        <p:nvSpPr>
          <p:cNvPr id="6" name="Footer Placeholder 5">
            <a:extLst>
              <a:ext uri="{FF2B5EF4-FFF2-40B4-BE49-F238E27FC236}">
                <a16:creationId xmlns:a16="http://schemas.microsoft.com/office/drawing/2014/main" id="{7A8B7F94-EAE3-859B-740C-FC6BE76539AF}"/>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90EED0D-B403-C293-B39C-77AD90ADE6CA}"/>
              </a:ext>
            </a:extLst>
          </p:cNvPr>
          <p:cNvSpPr>
            <a:spLocks noGrp="1"/>
          </p:cNvSpPr>
          <p:nvPr>
            <p:ph type="sldNum" sz="quarter" idx="12"/>
          </p:nvPr>
        </p:nvSpPr>
        <p:spPr/>
        <p:txBody>
          <a:bodyPr/>
          <a:lstStyle/>
          <a:p>
            <a:fld id="{C6BC1D08-D5F6-4408-BFB1-D96BF706EB45}" type="slidenum">
              <a:rPr lang="en-IL" smtClean="0"/>
              <a:t>‹#›</a:t>
            </a:fld>
            <a:endParaRPr lang="en-IL"/>
          </a:p>
        </p:txBody>
      </p:sp>
    </p:spTree>
    <p:extLst>
      <p:ext uri="{BB962C8B-B14F-4D97-AF65-F5344CB8AC3E}">
        <p14:creationId xmlns:p14="http://schemas.microsoft.com/office/powerpoint/2010/main" val="3746850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D6753-BA39-0EBC-60D9-5BE6FEA80B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7125F0DD-F723-7DBD-B4EE-DEDEA5DAEC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C168DEEA-9AA5-BF33-85A6-1438A36687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A218B1-C952-302E-E5B0-70426C7A331B}"/>
              </a:ext>
            </a:extLst>
          </p:cNvPr>
          <p:cNvSpPr>
            <a:spLocks noGrp="1"/>
          </p:cNvSpPr>
          <p:nvPr>
            <p:ph type="dt" sz="half" idx="10"/>
          </p:nvPr>
        </p:nvSpPr>
        <p:spPr/>
        <p:txBody>
          <a:bodyPr/>
          <a:lstStyle/>
          <a:p>
            <a:fld id="{F5B5C0C0-701C-405A-87B3-BB6A9203DD5D}" type="datetimeFigureOut">
              <a:rPr lang="en-IL" smtClean="0"/>
              <a:t>04/06/2025</a:t>
            </a:fld>
            <a:endParaRPr lang="en-IL"/>
          </a:p>
        </p:txBody>
      </p:sp>
      <p:sp>
        <p:nvSpPr>
          <p:cNvPr id="6" name="Footer Placeholder 5">
            <a:extLst>
              <a:ext uri="{FF2B5EF4-FFF2-40B4-BE49-F238E27FC236}">
                <a16:creationId xmlns:a16="http://schemas.microsoft.com/office/drawing/2014/main" id="{57AF07C1-39EF-1002-95EC-B4750808AB71}"/>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3EC8A5F-1614-15C0-3541-B92BAF20D7DA}"/>
              </a:ext>
            </a:extLst>
          </p:cNvPr>
          <p:cNvSpPr>
            <a:spLocks noGrp="1"/>
          </p:cNvSpPr>
          <p:nvPr>
            <p:ph type="sldNum" sz="quarter" idx="12"/>
          </p:nvPr>
        </p:nvSpPr>
        <p:spPr/>
        <p:txBody>
          <a:bodyPr/>
          <a:lstStyle/>
          <a:p>
            <a:fld id="{C6BC1D08-D5F6-4408-BFB1-D96BF706EB45}" type="slidenum">
              <a:rPr lang="en-IL" smtClean="0"/>
              <a:t>‹#›</a:t>
            </a:fld>
            <a:endParaRPr lang="en-IL"/>
          </a:p>
        </p:txBody>
      </p:sp>
    </p:spTree>
    <p:extLst>
      <p:ext uri="{BB962C8B-B14F-4D97-AF65-F5344CB8AC3E}">
        <p14:creationId xmlns:p14="http://schemas.microsoft.com/office/powerpoint/2010/main" val="670523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AFEBF-7075-D52F-6731-E0940EFC6EC3}"/>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F160E8EF-49B8-2761-0EA2-7EDEC004CE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761B5B6-BB44-681E-7EDD-5CC2F25246A5}"/>
              </a:ext>
            </a:extLst>
          </p:cNvPr>
          <p:cNvSpPr>
            <a:spLocks noGrp="1"/>
          </p:cNvSpPr>
          <p:nvPr>
            <p:ph type="dt" sz="half" idx="10"/>
          </p:nvPr>
        </p:nvSpPr>
        <p:spPr/>
        <p:txBody>
          <a:bodyPr/>
          <a:lstStyle/>
          <a:p>
            <a:fld id="{F5B5C0C0-701C-405A-87B3-BB6A9203DD5D}" type="datetimeFigureOut">
              <a:rPr lang="en-IL" smtClean="0"/>
              <a:t>04/06/2025</a:t>
            </a:fld>
            <a:endParaRPr lang="en-IL"/>
          </a:p>
        </p:txBody>
      </p:sp>
      <p:sp>
        <p:nvSpPr>
          <p:cNvPr id="5" name="Footer Placeholder 4">
            <a:extLst>
              <a:ext uri="{FF2B5EF4-FFF2-40B4-BE49-F238E27FC236}">
                <a16:creationId xmlns:a16="http://schemas.microsoft.com/office/drawing/2014/main" id="{E66F18E0-4C51-48C1-59E5-4B727613629A}"/>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BE7F2B9-001C-AD5E-58D0-C595CFAA9B7F}"/>
              </a:ext>
            </a:extLst>
          </p:cNvPr>
          <p:cNvSpPr>
            <a:spLocks noGrp="1"/>
          </p:cNvSpPr>
          <p:nvPr>
            <p:ph type="sldNum" sz="quarter" idx="12"/>
          </p:nvPr>
        </p:nvSpPr>
        <p:spPr/>
        <p:txBody>
          <a:bodyPr/>
          <a:lstStyle/>
          <a:p>
            <a:fld id="{C6BC1D08-D5F6-4408-BFB1-D96BF706EB45}" type="slidenum">
              <a:rPr lang="en-IL" smtClean="0"/>
              <a:t>‹#›</a:t>
            </a:fld>
            <a:endParaRPr lang="en-IL"/>
          </a:p>
        </p:txBody>
      </p:sp>
    </p:spTree>
    <p:extLst>
      <p:ext uri="{BB962C8B-B14F-4D97-AF65-F5344CB8AC3E}">
        <p14:creationId xmlns:p14="http://schemas.microsoft.com/office/powerpoint/2010/main" val="869902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FC5B0E-2039-9A3A-CD67-F180EFC2BD6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52EC325F-A26E-E363-9A5E-B023E3363D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C8E02A24-225E-973D-6DC7-781C39736C26}"/>
              </a:ext>
            </a:extLst>
          </p:cNvPr>
          <p:cNvSpPr>
            <a:spLocks noGrp="1"/>
          </p:cNvSpPr>
          <p:nvPr>
            <p:ph type="dt" sz="half" idx="10"/>
          </p:nvPr>
        </p:nvSpPr>
        <p:spPr/>
        <p:txBody>
          <a:bodyPr/>
          <a:lstStyle/>
          <a:p>
            <a:fld id="{F5B5C0C0-701C-405A-87B3-BB6A9203DD5D}" type="datetimeFigureOut">
              <a:rPr lang="en-IL" smtClean="0"/>
              <a:t>04/06/2025</a:t>
            </a:fld>
            <a:endParaRPr lang="en-IL"/>
          </a:p>
        </p:txBody>
      </p:sp>
      <p:sp>
        <p:nvSpPr>
          <p:cNvPr id="5" name="Footer Placeholder 4">
            <a:extLst>
              <a:ext uri="{FF2B5EF4-FFF2-40B4-BE49-F238E27FC236}">
                <a16:creationId xmlns:a16="http://schemas.microsoft.com/office/drawing/2014/main" id="{C9496576-6410-0B35-5171-84F9E1C8306E}"/>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DE0B7FD-3461-D619-A70A-0355764043BB}"/>
              </a:ext>
            </a:extLst>
          </p:cNvPr>
          <p:cNvSpPr>
            <a:spLocks noGrp="1"/>
          </p:cNvSpPr>
          <p:nvPr>
            <p:ph type="sldNum" sz="quarter" idx="12"/>
          </p:nvPr>
        </p:nvSpPr>
        <p:spPr/>
        <p:txBody>
          <a:bodyPr/>
          <a:lstStyle/>
          <a:p>
            <a:fld id="{C6BC1D08-D5F6-4408-BFB1-D96BF706EB45}" type="slidenum">
              <a:rPr lang="en-IL" smtClean="0"/>
              <a:t>‹#›</a:t>
            </a:fld>
            <a:endParaRPr lang="en-IL"/>
          </a:p>
        </p:txBody>
      </p:sp>
    </p:spTree>
    <p:extLst>
      <p:ext uri="{BB962C8B-B14F-4D97-AF65-F5344CB8AC3E}">
        <p14:creationId xmlns:p14="http://schemas.microsoft.com/office/powerpoint/2010/main" val="2839052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3FCF80-2F8A-CC67-A46B-C29A17D494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19546441-DA93-169E-7D52-98E0CB6A11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1BB30E7-64ED-928B-0838-D39125A92D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5B5C0C0-701C-405A-87B3-BB6A9203DD5D}" type="datetimeFigureOut">
              <a:rPr lang="en-IL" smtClean="0"/>
              <a:t>04/06/2025</a:t>
            </a:fld>
            <a:endParaRPr lang="en-IL"/>
          </a:p>
        </p:txBody>
      </p:sp>
      <p:sp>
        <p:nvSpPr>
          <p:cNvPr id="5" name="Footer Placeholder 4">
            <a:extLst>
              <a:ext uri="{FF2B5EF4-FFF2-40B4-BE49-F238E27FC236}">
                <a16:creationId xmlns:a16="http://schemas.microsoft.com/office/drawing/2014/main" id="{DFD3C85E-38F2-5C50-8E40-5AB47DBB82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2A0235A3-DF90-B1FF-7F35-7C38BEA32B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6BC1D08-D5F6-4408-BFB1-D96BF706EB45}" type="slidenum">
              <a:rPr lang="en-IL" smtClean="0"/>
              <a:t>‹#›</a:t>
            </a:fld>
            <a:endParaRPr lang="en-IL"/>
          </a:p>
        </p:txBody>
      </p:sp>
    </p:spTree>
    <p:extLst>
      <p:ext uri="{BB962C8B-B14F-4D97-AF65-F5344CB8AC3E}">
        <p14:creationId xmlns:p14="http://schemas.microsoft.com/office/powerpoint/2010/main" val="28521375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C762288-9908-F05E-3B7D-CCB732A6057C}"/>
              </a:ext>
            </a:extLst>
          </p:cNvPr>
          <p:cNvSpPr>
            <a:spLocks noGrp="1"/>
          </p:cNvSpPr>
          <p:nvPr>
            <p:ph type="ctrTitle"/>
          </p:nvPr>
        </p:nvSpPr>
        <p:spPr>
          <a:xfrm>
            <a:off x="1314824" y="735106"/>
            <a:ext cx="10053763" cy="2928470"/>
          </a:xfrm>
        </p:spPr>
        <p:txBody>
          <a:bodyPr anchor="b">
            <a:normAutofit fontScale="90000"/>
          </a:bodyPr>
          <a:lstStyle/>
          <a:p>
            <a:pPr algn="l"/>
            <a:r>
              <a:rPr lang="en-US" sz="4800" dirty="0">
                <a:solidFill>
                  <a:srgbClr val="FFFFFF"/>
                </a:solidFill>
              </a:rPr>
              <a:t>Machine Learning Applications in Medicine </a:t>
            </a:r>
            <a:br>
              <a:rPr lang="en-US" sz="4800" dirty="0">
                <a:solidFill>
                  <a:srgbClr val="FFFFFF"/>
                </a:solidFill>
              </a:rPr>
            </a:br>
            <a:br>
              <a:rPr lang="en-US" sz="4800" dirty="0">
                <a:solidFill>
                  <a:srgbClr val="FFFFFF"/>
                </a:solidFill>
              </a:rPr>
            </a:br>
            <a:r>
              <a:rPr lang="en-US" sz="4800" dirty="0">
                <a:solidFill>
                  <a:srgbClr val="FFFFFF"/>
                </a:solidFill>
              </a:rPr>
              <a:t>Chronic Kidney Disease – Data Analysis, Graphs and Conclusions</a:t>
            </a:r>
            <a:endParaRPr lang="en-IL" sz="4800" dirty="0">
              <a:solidFill>
                <a:srgbClr val="FFFFFF"/>
              </a:solidFill>
            </a:endParaRPr>
          </a:p>
        </p:txBody>
      </p:sp>
      <p:sp>
        <p:nvSpPr>
          <p:cNvPr id="3" name="Subtitle 2">
            <a:extLst>
              <a:ext uri="{FF2B5EF4-FFF2-40B4-BE49-F238E27FC236}">
                <a16:creationId xmlns:a16="http://schemas.microsoft.com/office/drawing/2014/main" id="{4A938F03-12FE-2DC1-1DE0-6AC869A045D9}"/>
              </a:ext>
            </a:extLst>
          </p:cNvPr>
          <p:cNvSpPr>
            <a:spLocks noGrp="1"/>
          </p:cNvSpPr>
          <p:nvPr>
            <p:ph type="subTitle" idx="1"/>
          </p:nvPr>
        </p:nvSpPr>
        <p:spPr>
          <a:xfrm>
            <a:off x="1350682" y="4604657"/>
            <a:ext cx="10005951" cy="1850572"/>
          </a:xfrm>
        </p:spPr>
        <p:txBody>
          <a:bodyPr anchor="ctr">
            <a:noAutofit/>
          </a:bodyPr>
          <a:lstStyle/>
          <a:p>
            <a:pPr algn="l"/>
            <a:r>
              <a:rPr lang="en-US" sz="1800" dirty="0"/>
              <a:t>Presenters </a:t>
            </a:r>
            <a:endParaRPr lang="he-IL" sz="1800" dirty="0"/>
          </a:p>
          <a:p>
            <a:pPr algn="l"/>
            <a:r>
              <a:rPr lang="en-US" sz="1800" dirty="0"/>
              <a:t> Dvir Amitay </a:t>
            </a:r>
            <a:r>
              <a:rPr lang="he-IL" sz="1800" dirty="0"/>
              <a:t>318602638</a:t>
            </a:r>
          </a:p>
          <a:p>
            <a:pPr algn="l"/>
            <a:r>
              <a:rPr lang="en-US" sz="1800" dirty="0"/>
              <a:t> Yuval </a:t>
            </a:r>
            <a:r>
              <a:rPr lang="en-US" sz="1800" dirty="0" err="1"/>
              <a:t>Brunshtein</a:t>
            </a:r>
            <a:r>
              <a:rPr lang="en-US" sz="1800" dirty="0"/>
              <a:t> </a:t>
            </a:r>
            <a:r>
              <a:rPr lang="he-IL" sz="1800" dirty="0"/>
              <a:t>214445595</a:t>
            </a:r>
          </a:p>
          <a:p>
            <a:pPr algn="l"/>
            <a:r>
              <a:rPr lang="en-US" sz="1800" dirty="0"/>
              <a:t> Osher </a:t>
            </a:r>
            <a:r>
              <a:rPr lang="en-US" sz="1800" dirty="0" err="1"/>
              <a:t>Dighorkar</a:t>
            </a:r>
            <a:r>
              <a:rPr lang="en-US" sz="1800" dirty="0"/>
              <a:t> </a:t>
            </a:r>
            <a:r>
              <a:rPr lang="he-IL" sz="1800" dirty="0"/>
              <a:t>214097347</a:t>
            </a:r>
          </a:p>
          <a:p>
            <a:pPr algn="l"/>
            <a:r>
              <a:rPr lang="en-US" sz="1800" dirty="0"/>
              <a:t>Lecturer: Orit </a:t>
            </a:r>
            <a:r>
              <a:rPr lang="en-US" sz="1800" dirty="0" err="1"/>
              <a:t>Rephaeli</a:t>
            </a:r>
            <a:r>
              <a:rPr lang="en-US" sz="1800" dirty="0"/>
              <a:t> </a:t>
            </a:r>
            <a:endParaRPr lang="he-IL" sz="1800" dirty="0"/>
          </a:p>
          <a:p>
            <a:pPr algn="l"/>
            <a:r>
              <a:rPr lang="en-US" sz="1800" dirty="0"/>
              <a:t>Group Number: 10</a:t>
            </a:r>
            <a:endParaRPr lang="en-IL" sz="1800" dirty="0"/>
          </a:p>
        </p:txBody>
      </p:sp>
    </p:spTree>
    <p:extLst>
      <p:ext uri="{BB962C8B-B14F-4D97-AF65-F5344CB8AC3E}">
        <p14:creationId xmlns:p14="http://schemas.microsoft.com/office/powerpoint/2010/main" val="2009718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CBA895-7D98-AABF-D3EE-008B697868B1}"/>
              </a:ext>
            </a:extLst>
          </p:cNvPr>
          <p:cNvSpPr>
            <a:spLocks noGrp="1"/>
          </p:cNvSpPr>
          <p:nvPr>
            <p:ph type="title"/>
          </p:nvPr>
        </p:nvSpPr>
        <p:spPr>
          <a:xfrm>
            <a:off x="1043631" y="809898"/>
            <a:ext cx="9942716" cy="1554480"/>
          </a:xfrm>
        </p:spPr>
        <p:txBody>
          <a:bodyPr anchor="ctr">
            <a:normAutofit/>
          </a:bodyPr>
          <a:lstStyle/>
          <a:p>
            <a:pPr algn="ctr"/>
            <a:r>
              <a:rPr lang="en-US" sz="4800" dirty="0"/>
              <a:t>Introduction</a:t>
            </a:r>
            <a:endParaRPr lang="en-IL" sz="4800" dirty="0"/>
          </a:p>
        </p:txBody>
      </p:sp>
      <p:sp>
        <p:nvSpPr>
          <p:cNvPr id="3" name="Content Placeholder 2">
            <a:extLst>
              <a:ext uri="{FF2B5EF4-FFF2-40B4-BE49-F238E27FC236}">
                <a16:creationId xmlns:a16="http://schemas.microsoft.com/office/drawing/2014/main" id="{2D0D3518-74A2-34E5-D6FD-D9E94C5432A6}"/>
              </a:ext>
            </a:extLst>
          </p:cNvPr>
          <p:cNvSpPr>
            <a:spLocks noGrp="1"/>
          </p:cNvSpPr>
          <p:nvPr>
            <p:ph idx="1"/>
          </p:nvPr>
        </p:nvSpPr>
        <p:spPr>
          <a:xfrm>
            <a:off x="1045028" y="3017522"/>
            <a:ext cx="9941319" cy="3124658"/>
          </a:xfrm>
        </p:spPr>
        <p:txBody>
          <a:bodyPr anchor="ctr">
            <a:normAutofit fontScale="92500" lnSpcReduction="10000"/>
          </a:bodyPr>
          <a:lstStyle/>
          <a:p>
            <a:r>
              <a:rPr lang="en-US" sz="2400" dirty="0"/>
              <a:t>In this work, our goal is to analyze patient data and examine the relationship between various variables and the mortality rate, using Machine Learning models and applying visualization and statistical techniques.
In our case, the parameters were:</a:t>
            </a:r>
            <a:br>
              <a:rPr lang="en-US" sz="2400" dirty="0"/>
            </a:br>
            <a:r>
              <a:rPr lang="en-US" sz="2400" dirty="0"/>
              <a:t>Background Diseases Parameter – Chronic Kidney Disease (CKD)</a:t>
            </a:r>
            <a:br>
              <a:rPr lang="en-US" sz="2400" dirty="0"/>
            </a:br>
            <a:r>
              <a:rPr lang="en-US" sz="2400" dirty="0"/>
              <a:t>Vital Signs/Lab Results Parameter – Urinary Output (Urine Output)
We will present how we worked with the data, the results and the graph which we achieve.
Conclusions and Future Takes.</a:t>
            </a:r>
            <a:endParaRPr lang="en-IL" sz="24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45819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51465F4-AEE9-729F-4588-EB78E3CEEC43}"/>
              </a:ext>
            </a:extLst>
          </p:cNvPr>
          <p:cNvPicPr>
            <a:picLocks noChangeAspect="1"/>
          </p:cNvPicPr>
          <p:nvPr/>
        </p:nvPicPr>
        <p:blipFill>
          <a:blip r:embed="rId2">
            <a:duotone>
              <a:prstClr val="black"/>
              <a:schemeClr val="tx2">
                <a:tint val="45000"/>
                <a:satMod val="400000"/>
              </a:schemeClr>
            </a:duotone>
            <a:alphaModFix amt="25000"/>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C4BC1B1D-6970-584B-F72C-362A3C0875E3}"/>
              </a:ext>
            </a:extLst>
          </p:cNvPr>
          <p:cNvSpPr>
            <a:spLocks noGrp="1"/>
          </p:cNvSpPr>
          <p:nvPr>
            <p:ph type="title"/>
          </p:nvPr>
        </p:nvSpPr>
        <p:spPr>
          <a:xfrm>
            <a:off x="838200" y="365125"/>
            <a:ext cx="10515600" cy="1325563"/>
          </a:xfrm>
        </p:spPr>
        <p:txBody>
          <a:bodyPr>
            <a:normAutofit/>
          </a:bodyPr>
          <a:lstStyle/>
          <a:p>
            <a:r>
              <a:rPr lang="en-US" dirty="0"/>
              <a:t>Understanding the data</a:t>
            </a:r>
            <a:endParaRPr lang="en-IL" dirty="0"/>
          </a:p>
        </p:txBody>
      </p:sp>
      <p:graphicFrame>
        <p:nvGraphicFramePr>
          <p:cNvPr id="5" name="Content Placeholder 2">
            <a:extLst>
              <a:ext uri="{FF2B5EF4-FFF2-40B4-BE49-F238E27FC236}">
                <a16:creationId xmlns:a16="http://schemas.microsoft.com/office/drawing/2014/main" id="{FFDCE6D2-A3DF-0CEE-571E-7BC656978D50}"/>
              </a:ext>
            </a:extLst>
          </p:cNvPr>
          <p:cNvGraphicFramePr>
            <a:graphicFrameLocks noGrp="1"/>
          </p:cNvGraphicFramePr>
          <p:nvPr>
            <p:ph idx="1"/>
            <p:extLst>
              <p:ext uri="{D42A27DB-BD31-4B8C-83A1-F6EECF244321}">
                <p14:modId xmlns:p14="http://schemas.microsoft.com/office/powerpoint/2010/main" val="329456979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25955522"/>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246E30D-6EF4-F419-89DB-B2E85F830A02}"/>
              </a:ext>
            </a:extLst>
          </p:cNvPr>
          <p:cNvPicPr>
            <a:picLocks noChangeAspect="1"/>
          </p:cNvPicPr>
          <p:nvPr/>
        </p:nvPicPr>
        <p:blipFill>
          <a:blip r:embed="rId2">
            <a:duotone>
              <a:schemeClr val="bg2">
                <a:shade val="45000"/>
                <a:satMod val="135000"/>
              </a:schemeClr>
              <a:prstClr val="white"/>
            </a:duotone>
          </a:blip>
          <a:srcRect r="8444" b="-1"/>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8D5340-9397-36A4-4A10-3B90A70DDBF4}"/>
              </a:ext>
            </a:extLst>
          </p:cNvPr>
          <p:cNvSpPr>
            <a:spLocks noGrp="1"/>
          </p:cNvSpPr>
          <p:nvPr>
            <p:ph type="title"/>
          </p:nvPr>
        </p:nvSpPr>
        <p:spPr>
          <a:xfrm>
            <a:off x="838200" y="365125"/>
            <a:ext cx="10515600" cy="1325563"/>
          </a:xfrm>
        </p:spPr>
        <p:txBody>
          <a:bodyPr>
            <a:normAutofit/>
          </a:bodyPr>
          <a:lstStyle/>
          <a:p>
            <a:r>
              <a:rPr lang="en-US" dirty="0"/>
              <a:t>CKD – Chronic Kidney Disease</a:t>
            </a:r>
            <a:endParaRPr lang="LID4096" dirty="0"/>
          </a:p>
        </p:txBody>
      </p:sp>
      <p:graphicFrame>
        <p:nvGraphicFramePr>
          <p:cNvPr id="21" name="Content Placeholder 2">
            <a:extLst>
              <a:ext uri="{FF2B5EF4-FFF2-40B4-BE49-F238E27FC236}">
                <a16:creationId xmlns:a16="http://schemas.microsoft.com/office/drawing/2014/main" id="{BF8084C3-801E-CE48-0F69-F8D9E50AB175}"/>
              </a:ext>
            </a:extLst>
          </p:cNvPr>
          <p:cNvGraphicFramePr>
            <a:graphicFrameLocks noGrp="1"/>
          </p:cNvGraphicFramePr>
          <p:nvPr>
            <p:ph idx="1"/>
            <p:extLst>
              <p:ext uri="{D42A27DB-BD31-4B8C-83A1-F6EECF244321}">
                <p14:modId xmlns:p14="http://schemas.microsoft.com/office/powerpoint/2010/main" val="385787823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31104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1DCF9-CA62-34C5-8BAE-E054EED96BFA}"/>
              </a:ext>
            </a:extLst>
          </p:cNvPr>
          <p:cNvSpPr>
            <a:spLocks noGrp="1"/>
          </p:cNvSpPr>
          <p:nvPr>
            <p:ph type="title"/>
          </p:nvPr>
        </p:nvSpPr>
        <p:spPr/>
        <p:txBody>
          <a:bodyPr/>
          <a:lstStyle/>
          <a:p>
            <a:pPr algn="ctr"/>
            <a:r>
              <a:rPr lang="en-US" dirty="0"/>
              <a:t>Data Analysis</a:t>
            </a:r>
            <a:endParaRPr lang="en-IL" dirty="0"/>
          </a:p>
        </p:txBody>
      </p:sp>
      <p:graphicFrame>
        <p:nvGraphicFramePr>
          <p:cNvPr id="5" name="Content Placeholder 2">
            <a:extLst>
              <a:ext uri="{FF2B5EF4-FFF2-40B4-BE49-F238E27FC236}">
                <a16:creationId xmlns:a16="http://schemas.microsoft.com/office/drawing/2014/main" id="{CD937FA8-2691-F8E0-8C3F-CBD3E2C48C25}"/>
              </a:ext>
            </a:extLst>
          </p:cNvPr>
          <p:cNvGraphicFramePr>
            <a:graphicFrameLocks noGrp="1"/>
          </p:cNvGraphicFramePr>
          <p:nvPr>
            <p:ph idx="1"/>
            <p:extLst>
              <p:ext uri="{D42A27DB-BD31-4B8C-83A1-F6EECF244321}">
                <p14:modId xmlns:p14="http://schemas.microsoft.com/office/powerpoint/2010/main" val="228555432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75358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AD3579-4245-8EEC-CCFF-DA386A51C8FA}"/>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dirty="0">
                <a:solidFill>
                  <a:schemeClr val="tx1"/>
                </a:solidFill>
                <a:latin typeface="+mj-lt"/>
                <a:ea typeface="+mj-ea"/>
                <a:cs typeface="+mj-cs"/>
              </a:rPr>
              <a:t>Results</a:t>
            </a:r>
          </a:p>
        </p:txBody>
      </p:sp>
      <p:sp>
        <p:nvSpPr>
          <p:cNvPr id="9"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1537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503614-65B2-55CE-1D3D-5005439BBD97}"/>
              </a:ext>
            </a:extLst>
          </p:cNvPr>
          <p:cNvSpPr>
            <a:spLocks noGrp="1"/>
          </p:cNvSpPr>
          <p:nvPr>
            <p:ph type="title"/>
          </p:nvPr>
        </p:nvSpPr>
        <p:spPr>
          <a:xfrm>
            <a:off x="1028700" y="1967266"/>
            <a:ext cx="2628900" cy="2547257"/>
          </a:xfrm>
          <a:noFill/>
        </p:spPr>
        <p:txBody>
          <a:bodyPr vert="horz" lIns="91440" tIns="45720" rIns="91440" bIns="45720" rtlCol="0" anchor="ctr">
            <a:normAutofit fontScale="90000"/>
          </a:bodyPr>
          <a:lstStyle/>
          <a:p>
            <a:pPr algn="ctr"/>
            <a:r>
              <a:rPr lang="en-US" sz="3600" dirty="0">
                <a:solidFill>
                  <a:srgbClr val="FFFFFF"/>
                </a:solidFill>
              </a:rPr>
              <a:t>Number of deaths in a hospital with and without kidney disease</a:t>
            </a:r>
            <a:endParaRPr lang="en-US" sz="3600" kern="1200" dirty="0">
              <a:solidFill>
                <a:srgbClr val="FFFFFF"/>
              </a:solidFill>
              <a:latin typeface="+mj-lt"/>
              <a:ea typeface="+mj-ea"/>
              <a:cs typeface="+mj-cs"/>
            </a:endParaRPr>
          </a:p>
        </p:txBody>
      </p:sp>
      <p:pic>
        <p:nvPicPr>
          <p:cNvPr id="5" name="Content Placeholder 4">
            <a:extLst>
              <a:ext uri="{FF2B5EF4-FFF2-40B4-BE49-F238E27FC236}">
                <a16:creationId xmlns:a16="http://schemas.microsoft.com/office/drawing/2014/main" id="{F244F54C-020D-A288-CBEB-FA73D16C5D2E}"/>
              </a:ext>
            </a:extLst>
          </p:cNvPr>
          <p:cNvPicPr>
            <a:picLocks noGrp="1" noChangeAspect="1"/>
          </p:cNvPicPr>
          <p:nvPr>
            <p:ph idx="1"/>
          </p:nvPr>
        </p:nvPicPr>
        <p:blipFill>
          <a:blip r:embed="rId2"/>
          <a:stretch>
            <a:fillRect/>
          </a:stretch>
        </p:blipFill>
        <p:spPr>
          <a:xfrm>
            <a:off x="4777316" y="1054591"/>
            <a:ext cx="6780700" cy="4746489"/>
          </a:xfrm>
          <a:prstGeom prst="rect">
            <a:avLst/>
          </a:prstGeom>
        </p:spPr>
      </p:pic>
    </p:spTree>
    <p:extLst>
      <p:ext uri="{BB962C8B-B14F-4D97-AF65-F5344CB8AC3E}">
        <p14:creationId xmlns:p14="http://schemas.microsoft.com/office/powerpoint/2010/main" val="3031835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3C7668-3526-4921-A7ED-3A32B4E20F42}"/>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dirty="0"/>
              <a:t>Mortality by age</a:t>
            </a:r>
            <a:endParaRPr lang="en-US" sz="6600" kern="1200" dirty="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94440641-1CD7-675D-2268-DAB092F3D5A1}"/>
              </a:ext>
            </a:extLst>
          </p:cNvPr>
          <p:cNvPicPr>
            <a:picLocks noGrp="1" noChangeAspect="1"/>
          </p:cNvPicPr>
          <p:nvPr>
            <p:ph idx="1"/>
          </p:nvPr>
        </p:nvPicPr>
        <p:blipFill>
          <a:blip r:embed="rId2"/>
          <a:stretch>
            <a:fillRect/>
          </a:stretch>
        </p:blipFill>
        <p:spPr>
          <a:xfrm>
            <a:off x="4654296" y="799985"/>
            <a:ext cx="7214616" cy="5230597"/>
          </a:xfrm>
          <a:prstGeom prst="rect">
            <a:avLst/>
          </a:prstGeom>
        </p:spPr>
      </p:pic>
    </p:spTree>
    <p:extLst>
      <p:ext uri="{BB962C8B-B14F-4D97-AF65-F5344CB8AC3E}">
        <p14:creationId xmlns:p14="http://schemas.microsoft.com/office/powerpoint/2010/main" val="1410512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ED7E0E-BA7F-D187-4855-C252F4BD02D8}"/>
              </a:ext>
            </a:extLst>
          </p:cNvPr>
          <p:cNvSpPr>
            <a:spLocks noGrp="1"/>
          </p:cNvSpPr>
          <p:nvPr>
            <p:ph type="title"/>
          </p:nvPr>
        </p:nvSpPr>
        <p:spPr>
          <a:xfrm>
            <a:off x="477981" y="1122363"/>
            <a:ext cx="4023360" cy="3204134"/>
          </a:xfrm>
        </p:spPr>
        <p:txBody>
          <a:bodyPr vert="horz" lIns="91440" tIns="45720" rIns="91440" bIns="45720" rtlCol="0" anchor="b">
            <a:normAutofit fontScale="90000"/>
          </a:bodyPr>
          <a:lstStyle/>
          <a:p>
            <a:r>
              <a:rPr lang="en-US" sz="4800" dirty="0"/>
              <a:t>Number of deaths in relation to the length of stay in the hospital</a:t>
            </a:r>
            <a:endParaRPr lang="en-US" sz="4800" kern="1200" dirty="0">
              <a:solidFill>
                <a:schemeClr val="tx1"/>
              </a:solidFill>
              <a:latin typeface="+mj-lt"/>
              <a:ea typeface="+mj-ea"/>
              <a:cs typeface="+mj-cs"/>
            </a:endParaRPr>
          </a:p>
        </p:txBody>
      </p:sp>
      <p:sp>
        <p:nvSpPr>
          <p:cNvPr id="12" name="Rectangle 1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Content Placeholder 4">
            <a:extLst>
              <a:ext uri="{FF2B5EF4-FFF2-40B4-BE49-F238E27FC236}">
                <a16:creationId xmlns:a16="http://schemas.microsoft.com/office/drawing/2014/main" id="{9BBF6147-E841-6DDD-68FE-DDA4BB5D1131}"/>
              </a:ext>
            </a:extLst>
          </p:cNvPr>
          <p:cNvPicPr>
            <a:picLocks noGrp="1" noChangeAspect="1"/>
          </p:cNvPicPr>
          <p:nvPr>
            <p:ph idx="1"/>
          </p:nvPr>
        </p:nvPicPr>
        <p:blipFill>
          <a:blip r:embed="rId2"/>
          <a:stretch>
            <a:fillRect/>
          </a:stretch>
        </p:blipFill>
        <p:spPr>
          <a:xfrm>
            <a:off x="4864608" y="897240"/>
            <a:ext cx="6846363" cy="4912265"/>
          </a:xfrm>
          <a:prstGeom prst="rect">
            <a:avLst/>
          </a:prstGeom>
        </p:spPr>
      </p:pic>
    </p:spTree>
    <p:extLst>
      <p:ext uri="{BB962C8B-B14F-4D97-AF65-F5344CB8AC3E}">
        <p14:creationId xmlns:p14="http://schemas.microsoft.com/office/powerpoint/2010/main" val="749225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43C97-B1DF-012A-1F9F-2613222B328F}"/>
              </a:ext>
            </a:extLst>
          </p:cNvPr>
          <p:cNvSpPr>
            <a:spLocks noGrp="1"/>
          </p:cNvSpPr>
          <p:nvPr>
            <p:ph type="title"/>
          </p:nvPr>
        </p:nvSpPr>
        <p:spPr/>
        <p:txBody>
          <a:bodyPr/>
          <a:lstStyle/>
          <a:p>
            <a:pPr algn="ctr"/>
            <a:r>
              <a:rPr lang="en-US" dirty="0"/>
              <a:t>The relationship between Chronic Kidney Disease and Urine Output.</a:t>
            </a:r>
            <a:endParaRPr lang="en-IL" dirty="0"/>
          </a:p>
        </p:txBody>
      </p:sp>
      <p:pic>
        <p:nvPicPr>
          <p:cNvPr id="5" name="Content Placeholder 4">
            <a:extLst>
              <a:ext uri="{FF2B5EF4-FFF2-40B4-BE49-F238E27FC236}">
                <a16:creationId xmlns:a16="http://schemas.microsoft.com/office/drawing/2014/main" id="{1296A19A-F950-630C-16D5-133387AB97D3}"/>
              </a:ext>
            </a:extLst>
          </p:cNvPr>
          <p:cNvPicPr>
            <a:picLocks noGrp="1" noChangeAspect="1"/>
          </p:cNvPicPr>
          <p:nvPr>
            <p:ph idx="1"/>
          </p:nvPr>
        </p:nvPicPr>
        <p:blipFill>
          <a:blip r:embed="rId2"/>
          <a:stretch>
            <a:fillRect/>
          </a:stretch>
        </p:blipFill>
        <p:spPr>
          <a:xfrm>
            <a:off x="3080916" y="1962659"/>
            <a:ext cx="6030167" cy="4077269"/>
          </a:xfrm>
        </p:spPr>
      </p:pic>
    </p:spTree>
    <p:extLst>
      <p:ext uri="{BB962C8B-B14F-4D97-AF65-F5344CB8AC3E}">
        <p14:creationId xmlns:p14="http://schemas.microsoft.com/office/powerpoint/2010/main" val="1825421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0FFB3D8-55D3-F84A-A1F6-5839A5493F38}"/>
              </a:ext>
            </a:extLst>
          </p:cNvPr>
          <p:cNvSpPr>
            <a:spLocks noGrp="1"/>
          </p:cNvSpPr>
          <p:nvPr>
            <p:ph type="title"/>
          </p:nvPr>
        </p:nvSpPr>
        <p:spPr>
          <a:xfrm>
            <a:off x="773408" y="992094"/>
            <a:ext cx="3616913" cy="2795160"/>
          </a:xfrm>
        </p:spPr>
        <p:txBody>
          <a:bodyPr vert="horz" lIns="91440" tIns="45720" rIns="91440" bIns="45720" rtlCol="0" anchor="b">
            <a:normAutofit/>
          </a:bodyPr>
          <a:lstStyle/>
          <a:p>
            <a:pPr algn="ctr"/>
            <a:r>
              <a:rPr lang="en-US" sz="4400" dirty="0"/>
              <a:t>Mortality by ethnicity</a:t>
            </a:r>
            <a:endParaRPr lang="en-US" sz="4400" kern="1200" dirty="0">
              <a:solidFill>
                <a:schemeClr val="tx1"/>
              </a:solidFill>
              <a:latin typeface="+mj-lt"/>
              <a:ea typeface="+mj-ea"/>
              <a:cs typeface="+mj-cs"/>
            </a:endParaRPr>
          </a:p>
        </p:txBody>
      </p:sp>
      <p:pic>
        <p:nvPicPr>
          <p:cNvPr id="6" name="Picture Placeholder 5">
            <a:extLst>
              <a:ext uri="{FF2B5EF4-FFF2-40B4-BE49-F238E27FC236}">
                <a16:creationId xmlns:a16="http://schemas.microsoft.com/office/drawing/2014/main" id="{8BB41A9B-09B6-DFC3-E212-AC4CD450464A}"/>
              </a:ext>
            </a:extLst>
          </p:cNvPr>
          <p:cNvPicPr>
            <a:picLocks noGrp="1" noChangeAspect="1"/>
          </p:cNvPicPr>
          <p:nvPr>
            <p:ph type="pic" idx="1"/>
          </p:nvPr>
        </p:nvPicPr>
        <p:blipFill>
          <a:blip r:embed="rId2"/>
          <a:srcRect l="12077" r="12077"/>
          <a:stretch/>
        </p:blipFill>
        <p:spPr>
          <a:xfrm>
            <a:off x="5895751" y="1156024"/>
            <a:ext cx="5708649" cy="4515977"/>
          </a:xfrm>
          <a:prstGeom prst="rect">
            <a:avLst/>
          </a:prstGeom>
        </p:spPr>
      </p:pic>
      <p:sp>
        <p:nvSpPr>
          <p:cNvPr id="4" name="Text Placeholder 3">
            <a:extLst>
              <a:ext uri="{FF2B5EF4-FFF2-40B4-BE49-F238E27FC236}">
                <a16:creationId xmlns:a16="http://schemas.microsoft.com/office/drawing/2014/main" id="{18929A0A-D584-BF81-722C-4F035A543499}"/>
              </a:ext>
            </a:extLst>
          </p:cNvPr>
          <p:cNvSpPr>
            <a:spLocks noGrp="1"/>
          </p:cNvSpPr>
          <p:nvPr>
            <p:ph type="body" sz="half" idx="2"/>
          </p:nvPr>
        </p:nvSpPr>
        <p:spPr>
          <a:xfrm flipV="1">
            <a:off x="839788" y="5868988"/>
            <a:ext cx="3932237" cy="143192"/>
          </a:xfrm>
        </p:spPr>
        <p:txBody>
          <a:bodyPr>
            <a:normAutofit fontScale="25000" lnSpcReduction="20000"/>
          </a:bodyPr>
          <a:lstStyle/>
          <a:p>
            <a:endParaRPr lang="en-IL" dirty="0"/>
          </a:p>
        </p:txBody>
      </p:sp>
    </p:spTree>
    <p:extLst>
      <p:ext uri="{BB962C8B-B14F-4D97-AF65-F5344CB8AC3E}">
        <p14:creationId xmlns:p14="http://schemas.microsoft.com/office/powerpoint/2010/main" val="2977570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896627-C799-4B4F-9221-278996051599}"/>
              </a:ext>
            </a:extLst>
          </p:cNvPr>
          <p:cNvSpPr>
            <a:spLocks noGrp="1"/>
          </p:cNvSpPr>
          <p:nvPr>
            <p:ph type="title"/>
          </p:nvPr>
        </p:nvSpPr>
        <p:spPr>
          <a:xfrm>
            <a:off x="638882" y="639193"/>
            <a:ext cx="3571810" cy="3573516"/>
          </a:xfrm>
        </p:spPr>
        <p:txBody>
          <a:bodyPr vert="horz" lIns="91440" tIns="45720" rIns="91440" bIns="45720" rtlCol="0" anchor="b">
            <a:normAutofit fontScale="90000"/>
          </a:bodyPr>
          <a:lstStyle/>
          <a:p>
            <a:r>
              <a:rPr lang="en-US" sz="6600" dirty="0"/>
              <a:t>Death Rate In relation to Gender</a:t>
            </a:r>
            <a:endParaRPr lang="en-US" sz="6600" kern="1200" dirty="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91DA4131-6C33-9809-5094-C8737B2CE7D6}"/>
              </a:ext>
            </a:extLst>
          </p:cNvPr>
          <p:cNvPicPr>
            <a:picLocks noGrp="1" noChangeAspect="1"/>
          </p:cNvPicPr>
          <p:nvPr>
            <p:ph idx="1"/>
          </p:nvPr>
        </p:nvPicPr>
        <p:blipFill>
          <a:blip r:embed="rId2"/>
          <a:stretch>
            <a:fillRect/>
          </a:stretch>
        </p:blipFill>
        <p:spPr>
          <a:xfrm>
            <a:off x="4654296" y="1656722"/>
            <a:ext cx="7214616" cy="3517124"/>
          </a:xfrm>
          <a:prstGeom prst="rect">
            <a:avLst/>
          </a:prstGeom>
        </p:spPr>
      </p:pic>
    </p:spTree>
    <p:extLst>
      <p:ext uri="{BB962C8B-B14F-4D97-AF65-F5344CB8AC3E}">
        <p14:creationId xmlns:p14="http://schemas.microsoft.com/office/powerpoint/2010/main" val="2482566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2B48F9-3A23-41B5-E931-11EF556846BD}"/>
              </a:ext>
            </a:extLst>
          </p:cNvPr>
          <p:cNvSpPr>
            <a:spLocks noGrp="1"/>
          </p:cNvSpPr>
          <p:nvPr>
            <p:ph type="title"/>
          </p:nvPr>
        </p:nvSpPr>
        <p:spPr>
          <a:xfrm>
            <a:off x="1028700" y="1967266"/>
            <a:ext cx="2628900" cy="2547257"/>
          </a:xfrm>
          <a:noFill/>
        </p:spPr>
        <p:txBody>
          <a:bodyPr vert="horz" lIns="91440" tIns="45720" rIns="91440" bIns="45720" rtlCol="0" anchor="ctr">
            <a:normAutofit fontScale="90000"/>
          </a:bodyPr>
          <a:lstStyle/>
          <a:p>
            <a:pPr algn="ctr"/>
            <a:r>
              <a:rPr lang="en-US" sz="3600" dirty="0">
                <a:solidFill>
                  <a:srgbClr val="FFFFFF"/>
                </a:solidFill>
              </a:rPr>
              <a:t>Mortality rate in relation to urinary output parameter</a:t>
            </a:r>
            <a:endParaRPr lang="en-US" sz="3600" kern="1200" dirty="0">
              <a:solidFill>
                <a:srgbClr val="FFFFFF"/>
              </a:solidFill>
              <a:latin typeface="+mj-lt"/>
              <a:ea typeface="+mj-ea"/>
              <a:cs typeface="+mj-cs"/>
            </a:endParaRPr>
          </a:p>
        </p:txBody>
      </p:sp>
      <p:pic>
        <p:nvPicPr>
          <p:cNvPr id="5" name="Content Placeholder 4">
            <a:extLst>
              <a:ext uri="{FF2B5EF4-FFF2-40B4-BE49-F238E27FC236}">
                <a16:creationId xmlns:a16="http://schemas.microsoft.com/office/drawing/2014/main" id="{B3279F7E-9AFB-8BD3-828A-A461E9FF6DAC}"/>
              </a:ext>
            </a:extLst>
          </p:cNvPr>
          <p:cNvPicPr>
            <a:picLocks noGrp="1" noChangeAspect="1"/>
          </p:cNvPicPr>
          <p:nvPr>
            <p:ph idx="1"/>
          </p:nvPr>
        </p:nvPicPr>
        <p:blipFill>
          <a:blip r:embed="rId2"/>
          <a:stretch>
            <a:fillRect/>
          </a:stretch>
        </p:blipFill>
        <p:spPr>
          <a:xfrm>
            <a:off x="4777316" y="1258012"/>
            <a:ext cx="6780700" cy="4339647"/>
          </a:xfrm>
          <a:prstGeom prst="rect">
            <a:avLst/>
          </a:prstGeom>
        </p:spPr>
      </p:pic>
    </p:spTree>
    <p:extLst>
      <p:ext uri="{BB962C8B-B14F-4D97-AF65-F5344CB8AC3E}">
        <p14:creationId xmlns:p14="http://schemas.microsoft.com/office/powerpoint/2010/main" val="36510598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9D92B513-7175-E0F3-F24F-B9578E170C32}"/>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Urine Daily Output In Relation to Death </a:t>
            </a:r>
          </a:p>
        </p:txBody>
      </p:sp>
      <p:pic>
        <p:nvPicPr>
          <p:cNvPr id="5" name="Content Placeholder 4">
            <a:extLst>
              <a:ext uri="{FF2B5EF4-FFF2-40B4-BE49-F238E27FC236}">
                <a16:creationId xmlns:a16="http://schemas.microsoft.com/office/drawing/2014/main" id="{9F0639B0-74C3-FA75-1BFC-74D4199586F0}"/>
              </a:ext>
            </a:extLst>
          </p:cNvPr>
          <p:cNvPicPr>
            <a:picLocks noGrp="1" noChangeAspect="1"/>
          </p:cNvPicPr>
          <p:nvPr>
            <p:ph idx="1"/>
          </p:nvPr>
        </p:nvPicPr>
        <p:blipFill>
          <a:blip r:embed="rId2"/>
          <a:stretch>
            <a:fillRect/>
          </a:stretch>
        </p:blipFill>
        <p:spPr>
          <a:xfrm>
            <a:off x="4502428" y="1423855"/>
            <a:ext cx="7225748" cy="4010289"/>
          </a:xfrm>
          <a:prstGeom prst="rect">
            <a:avLst/>
          </a:prstGeom>
        </p:spPr>
      </p:pic>
    </p:spTree>
    <p:extLst>
      <p:ext uri="{BB962C8B-B14F-4D97-AF65-F5344CB8AC3E}">
        <p14:creationId xmlns:p14="http://schemas.microsoft.com/office/powerpoint/2010/main" val="22477427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D474CA-27BF-CE1F-F456-0349D7D50568}"/>
              </a:ext>
            </a:extLst>
          </p:cNvPr>
          <p:cNvSpPr>
            <a:spLocks noGrp="1"/>
          </p:cNvSpPr>
          <p:nvPr>
            <p:ph type="title"/>
          </p:nvPr>
        </p:nvSpPr>
        <p:spPr>
          <a:xfrm>
            <a:off x="686834" y="1153572"/>
            <a:ext cx="3200400" cy="4461163"/>
          </a:xfrm>
        </p:spPr>
        <p:txBody>
          <a:bodyPr>
            <a:normAutofit/>
          </a:bodyPr>
          <a:lstStyle/>
          <a:p>
            <a:r>
              <a:rPr lang="en-US">
                <a:solidFill>
                  <a:srgbClr val="FFFFFF"/>
                </a:solidFill>
              </a:rPr>
              <a:t>Chi-Squared Test</a:t>
            </a:r>
            <a:endParaRPr lang="LID4096">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6D662A2-CE1B-6AE9-231E-BA8B42C48A4C}"/>
              </a:ext>
            </a:extLst>
          </p:cNvPr>
          <p:cNvSpPr>
            <a:spLocks noGrp="1"/>
          </p:cNvSpPr>
          <p:nvPr>
            <p:ph idx="1"/>
          </p:nvPr>
        </p:nvSpPr>
        <p:spPr>
          <a:xfrm>
            <a:off x="4447308" y="591344"/>
            <a:ext cx="6906491" cy="5585619"/>
          </a:xfrm>
        </p:spPr>
        <p:txBody>
          <a:bodyPr anchor="ctr">
            <a:normAutofit/>
          </a:bodyPr>
          <a:lstStyle/>
          <a:p>
            <a:r>
              <a:rPr lang="en-US" dirty="0"/>
              <a:t>Purpose-tests the null hypothesis noted as H0 that the two variables are independent.</a:t>
            </a:r>
          </a:p>
          <a:p>
            <a:r>
              <a:rPr lang="en-US" dirty="0"/>
              <a:t>In our case checking if CKD binary status signifies the likelihood of death status.</a:t>
            </a:r>
          </a:p>
          <a:p>
            <a:endParaRPr lang="en-US" dirty="0"/>
          </a:p>
          <a:p>
            <a:r>
              <a:rPr lang="en-US" dirty="0"/>
              <a:t>P-value tells us if we reject or accept the null hypothesis.</a:t>
            </a:r>
            <a:endParaRPr lang="LID4096" dirty="0"/>
          </a:p>
        </p:txBody>
      </p:sp>
    </p:spTree>
    <p:extLst>
      <p:ext uri="{BB962C8B-B14F-4D97-AF65-F5344CB8AC3E}">
        <p14:creationId xmlns:p14="http://schemas.microsoft.com/office/powerpoint/2010/main" val="11691683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41DEFB7C-0D27-F162-1A50-1B0C5122B07F}"/>
              </a:ext>
            </a:extLst>
          </p:cNvPr>
          <p:cNvSpPr>
            <a:spLocks noGrp="1"/>
          </p:cNvSpPr>
          <p:nvPr>
            <p:ph type="title"/>
          </p:nvPr>
        </p:nvSpPr>
        <p:spPr>
          <a:xfrm>
            <a:off x="786385" y="841248"/>
            <a:ext cx="5129600" cy="5340097"/>
          </a:xfrm>
        </p:spPr>
        <p:txBody>
          <a:bodyPr anchor="ctr">
            <a:normAutofit/>
          </a:bodyPr>
          <a:lstStyle/>
          <a:p>
            <a:r>
              <a:rPr lang="en-US" sz="4800">
                <a:solidFill>
                  <a:schemeClr val="bg1"/>
                </a:solidFill>
              </a:rPr>
              <a:t>Z-test proportionality measurement</a:t>
            </a:r>
            <a:endParaRPr lang="LID4096" sz="4800">
              <a:solidFill>
                <a:schemeClr val="bg1"/>
              </a:solidFill>
            </a:endParaRPr>
          </a:p>
        </p:txBody>
      </p:sp>
      <p:sp>
        <p:nvSpPr>
          <p:cNvPr id="3" name="Content Placeholder 2">
            <a:extLst>
              <a:ext uri="{FF2B5EF4-FFF2-40B4-BE49-F238E27FC236}">
                <a16:creationId xmlns:a16="http://schemas.microsoft.com/office/drawing/2014/main" id="{7901F2EB-6D72-8F8D-2889-0AD4C7D2EE05}"/>
              </a:ext>
            </a:extLst>
          </p:cNvPr>
          <p:cNvSpPr>
            <a:spLocks noGrp="1"/>
          </p:cNvSpPr>
          <p:nvPr>
            <p:ph idx="1"/>
          </p:nvPr>
        </p:nvSpPr>
        <p:spPr>
          <a:xfrm>
            <a:off x="6464410" y="841247"/>
            <a:ext cx="4484536" cy="5340097"/>
          </a:xfrm>
        </p:spPr>
        <p:txBody>
          <a:bodyPr anchor="ctr">
            <a:normAutofit/>
          </a:bodyPr>
          <a:lstStyle/>
          <a:p>
            <a:r>
              <a:rPr lang="en-US" sz="1800" dirty="0">
                <a:solidFill>
                  <a:schemeClr val="tx2"/>
                </a:solidFill>
              </a:rPr>
              <a:t>Purpose – the comparison of proportions of a pre defined goal.</a:t>
            </a:r>
          </a:p>
          <a:p>
            <a:r>
              <a:rPr lang="en-US" sz="1800" dirty="0">
                <a:solidFill>
                  <a:schemeClr val="tx2"/>
                </a:solidFill>
              </a:rPr>
              <a:t>In our case the goal is defined as having a very high urine output per day. The null hypothesis is that the two groups have the same proportion of the pre defined goal.</a:t>
            </a:r>
          </a:p>
          <a:p>
            <a:endParaRPr lang="en-US" sz="1800" dirty="0">
              <a:solidFill>
                <a:schemeClr val="tx2"/>
              </a:solidFill>
            </a:endParaRPr>
          </a:p>
          <a:p>
            <a:r>
              <a:rPr lang="en-US" sz="1800" dirty="0">
                <a:solidFill>
                  <a:schemeClr val="tx2"/>
                </a:solidFill>
              </a:rPr>
              <a:t>Calculate the proportions of each group of the goal.</a:t>
            </a:r>
          </a:p>
          <a:p>
            <a:endParaRPr lang="en-US" sz="1800" dirty="0">
              <a:solidFill>
                <a:schemeClr val="tx2"/>
              </a:solidFill>
            </a:endParaRPr>
          </a:p>
          <a:p>
            <a:r>
              <a:rPr lang="en-US" sz="1800" dirty="0">
                <a:solidFill>
                  <a:schemeClr val="tx2"/>
                </a:solidFill>
              </a:rPr>
              <a:t>P-value tells us if we reject or accept the null hypothesis which states there is no difference in the pre defined goal parameter in both groups.</a:t>
            </a:r>
          </a:p>
          <a:p>
            <a:pPr marL="0" indent="0">
              <a:buNone/>
            </a:pPr>
            <a:endParaRPr lang="en-US" sz="1800" dirty="0">
              <a:solidFill>
                <a:schemeClr val="tx2"/>
              </a:solidFill>
            </a:endParaRPr>
          </a:p>
          <a:p>
            <a:pPr marL="0" indent="0">
              <a:buNone/>
            </a:pPr>
            <a:endParaRPr lang="en-US" sz="1800" dirty="0">
              <a:solidFill>
                <a:schemeClr val="tx2"/>
              </a:solidFill>
            </a:endParaRPr>
          </a:p>
        </p:txBody>
      </p:sp>
    </p:spTree>
    <p:extLst>
      <p:ext uri="{BB962C8B-B14F-4D97-AF65-F5344CB8AC3E}">
        <p14:creationId xmlns:p14="http://schemas.microsoft.com/office/powerpoint/2010/main" val="21678808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83062D90-2D65-4B9F-B28B-C68F817AC4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067F19C3-C09C-4B70-8306-E0ACF405B7C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6" name="Rectangle 15">
              <a:extLst>
                <a:ext uri="{FF2B5EF4-FFF2-40B4-BE49-F238E27FC236}">
                  <a16:creationId xmlns:a16="http://schemas.microsoft.com/office/drawing/2014/main" id="{01DC4A20-F1FA-4CA9-BCEC-949F9F4A7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A7C81C7-8023-46F2-BA0F-B2E785DBEF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4">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C86ED847-FB1F-A7BB-465F-B7624EB9ECD3}"/>
              </a:ext>
            </a:extLst>
          </p:cNvPr>
          <p:cNvSpPr>
            <a:spLocks noGrp="1"/>
          </p:cNvSpPr>
          <p:nvPr>
            <p:ph type="title"/>
          </p:nvPr>
        </p:nvSpPr>
        <p:spPr>
          <a:xfrm>
            <a:off x="1092200" y="1001484"/>
            <a:ext cx="2951163" cy="824400"/>
          </a:xfrm>
        </p:spPr>
        <p:txBody>
          <a:bodyPr anchor="t">
            <a:normAutofit/>
          </a:bodyPr>
          <a:lstStyle/>
          <a:p>
            <a:r>
              <a:rPr lang="en-US" sz="2200"/>
              <a:t>Summary and Conclusions</a:t>
            </a:r>
            <a:endParaRPr lang="en-IL" sz="2200"/>
          </a:p>
        </p:txBody>
      </p:sp>
      <p:pic>
        <p:nvPicPr>
          <p:cNvPr id="7" name="Picture 6">
            <a:extLst>
              <a:ext uri="{FF2B5EF4-FFF2-40B4-BE49-F238E27FC236}">
                <a16:creationId xmlns:a16="http://schemas.microsoft.com/office/drawing/2014/main" id="{133DB4D5-084C-565F-F3D7-0A072D956CDD}"/>
              </a:ext>
            </a:extLst>
          </p:cNvPr>
          <p:cNvPicPr>
            <a:picLocks noChangeAspect="1"/>
          </p:cNvPicPr>
          <p:nvPr/>
        </p:nvPicPr>
        <p:blipFill>
          <a:blip r:embed="rId2"/>
          <a:stretch>
            <a:fillRect/>
          </a:stretch>
        </p:blipFill>
        <p:spPr>
          <a:xfrm>
            <a:off x="4886742" y="4459886"/>
            <a:ext cx="2952000" cy="489282"/>
          </a:xfrm>
          <a:prstGeom prst="rect">
            <a:avLst/>
          </a:prstGeom>
          <a:effectLst>
            <a:outerShdw blurRad="508000" dist="101600" dir="5400000" algn="tl" rotWithShape="0">
              <a:prstClr val="black">
                <a:alpha val="10000"/>
              </a:prstClr>
            </a:outerShdw>
          </a:effectLst>
        </p:spPr>
      </p:pic>
      <p:graphicFrame>
        <p:nvGraphicFramePr>
          <p:cNvPr id="8" name="Content Placeholder 2">
            <a:extLst>
              <a:ext uri="{FF2B5EF4-FFF2-40B4-BE49-F238E27FC236}">
                <a16:creationId xmlns:a16="http://schemas.microsoft.com/office/drawing/2014/main" id="{7194F3A6-2045-BCAA-9643-A0C649AF55CD}"/>
              </a:ext>
            </a:extLst>
          </p:cNvPr>
          <p:cNvGraphicFramePr>
            <a:graphicFrameLocks noGrp="1"/>
          </p:cNvGraphicFramePr>
          <p:nvPr>
            <p:ph idx="1"/>
            <p:extLst>
              <p:ext uri="{D42A27DB-BD31-4B8C-83A1-F6EECF244321}">
                <p14:modId xmlns:p14="http://schemas.microsoft.com/office/powerpoint/2010/main" val="3873395718"/>
              </p:ext>
            </p:extLst>
          </p:nvPr>
        </p:nvGraphicFramePr>
        <p:xfrm>
          <a:off x="4619625" y="907143"/>
          <a:ext cx="6734175" cy="49203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Picture 9">
            <a:extLst>
              <a:ext uri="{FF2B5EF4-FFF2-40B4-BE49-F238E27FC236}">
                <a16:creationId xmlns:a16="http://schemas.microsoft.com/office/drawing/2014/main" id="{3D4BB862-BF14-1BC7-E5B7-1EA4B5068254}"/>
              </a:ext>
            </a:extLst>
          </p:cNvPr>
          <p:cNvPicPr>
            <a:picLocks noChangeAspect="1"/>
          </p:cNvPicPr>
          <p:nvPr/>
        </p:nvPicPr>
        <p:blipFill>
          <a:blip r:embed="rId8"/>
          <a:stretch>
            <a:fillRect/>
          </a:stretch>
        </p:blipFill>
        <p:spPr>
          <a:xfrm>
            <a:off x="8240110" y="4459886"/>
            <a:ext cx="3857297" cy="514422"/>
          </a:xfrm>
          <a:prstGeom prst="rect">
            <a:avLst/>
          </a:prstGeom>
        </p:spPr>
      </p:pic>
    </p:spTree>
    <p:extLst>
      <p:ext uri="{BB962C8B-B14F-4D97-AF65-F5344CB8AC3E}">
        <p14:creationId xmlns:p14="http://schemas.microsoft.com/office/powerpoint/2010/main" val="1994631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4053CBF-3932-45FF-8285-EE5146085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2E751C04-BEA6-446B-A678-9C74819EBD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2625A013-D9BE-43C4-AF21-6F2B003EF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F7875715-EC2E-457F-851D-F6C817685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7E41CC6-0C83-40EE-80BB-79394D9E9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00603498-5DFE-4D26-BFB5-C9269C9BD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C55E1725-6905-E29B-F724-C41C68CECC5E}"/>
              </a:ext>
            </a:extLst>
          </p:cNvPr>
          <p:cNvSpPr>
            <a:spLocks noGrp="1"/>
          </p:cNvSpPr>
          <p:nvPr>
            <p:ph type="title"/>
          </p:nvPr>
        </p:nvSpPr>
        <p:spPr>
          <a:xfrm>
            <a:off x="3027924" y="991261"/>
            <a:ext cx="5754696" cy="1837349"/>
          </a:xfrm>
        </p:spPr>
        <p:txBody>
          <a:bodyPr>
            <a:normAutofit/>
          </a:bodyPr>
          <a:lstStyle/>
          <a:p>
            <a:pPr algn="ctr"/>
            <a:r>
              <a:rPr lang="en-US" sz="3600" dirty="0">
                <a:solidFill>
                  <a:schemeClr val="tx2"/>
                </a:solidFill>
              </a:rPr>
              <a:t>Summary and Conclusions</a:t>
            </a:r>
            <a:endParaRPr lang="en-IL" sz="3600" dirty="0">
              <a:solidFill>
                <a:schemeClr val="tx2"/>
              </a:solidFill>
            </a:endParaRPr>
          </a:p>
        </p:txBody>
      </p:sp>
      <p:sp>
        <p:nvSpPr>
          <p:cNvPr id="3" name="Content Placeholder 2">
            <a:extLst>
              <a:ext uri="{FF2B5EF4-FFF2-40B4-BE49-F238E27FC236}">
                <a16:creationId xmlns:a16="http://schemas.microsoft.com/office/drawing/2014/main" id="{B7EB22FE-9E9B-D114-F3FD-A4EE9294A854}"/>
              </a:ext>
            </a:extLst>
          </p:cNvPr>
          <p:cNvSpPr>
            <a:spLocks noGrp="1"/>
          </p:cNvSpPr>
          <p:nvPr>
            <p:ph idx="1"/>
          </p:nvPr>
        </p:nvSpPr>
        <p:spPr>
          <a:xfrm>
            <a:off x="3050412" y="2979336"/>
            <a:ext cx="5709721" cy="2430864"/>
          </a:xfrm>
        </p:spPr>
        <p:txBody>
          <a:bodyPr anchor="t">
            <a:normAutofit/>
          </a:bodyPr>
          <a:lstStyle/>
          <a:p>
            <a:r>
              <a:rPr lang="en-US" sz="2000" b="1" dirty="0">
                <a:solidFill>
                  <a:schemeClr val="tx2"/>
                </a:solidFill>
              </a:rPr>
              <a:t>Abnormal data in some of the indices, especially in extreme values of age, gender, and length of hospital stay, which may affect the results of the study and cause biases.</a:t>
            </a:r>
            <a:endParaRPr lang="en-IL" sz="2000" dirty="0">
              <a:solidFill>
                <a:schemeClr val="tx2"/>
              </a:solidFill>
            </a:endParaRPr>
          </a:p>
        </p:txBody>
      </p:sp>
      <p:grpSp>
        <p:nvGrpSpPr>
          <p:cNvPr id="18" name="Group 17">
            <a:extLst>
              <a:ext uri="{FF2B5EF4-FFF2-40B4-BE49-F238E27FC236}">
                <a16:creationId xmlns:a16="http://schemas.microsoft.com/office/drawing/2014/main" id="{B63ACBA3-DEFD-4C6D-BBA0-64468FA99C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62F7819D-2B89-4D80-A1C3-8B318116B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7065990-2350-41B3-858B-20EF8744F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58DA7EC7-CAA0-4665-AA29-BFBA806EC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B1132A14-489F-4CED-B626-2A1711C98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197615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5291F7-0566-E23E-5C67-DC2BBD11558F}"/>
              </a:ext>
            </a:extLst>
          </p:cNvPr>
          <p:cNvSpPr>
            <a:spLocks noGrp="1"/>
          </p:cNvSpPr>
          <p:nvPr>
            <p:ph type="title"/>
          </p:nvPr>
        </p:nvSpPr>
        <p:spPr>
          <a:xfrm>
            <a:off x="686834" y="1153572"/>
            <a:ext cx="3200400" cy="4461163"/>
          </a:xfrm>
        </p:spPr>
        <p:txBody>
          <a:bodyPr>
            <a:normAutofit/>
          </a:bodyPr>
          <a:lstStyle/>
          <a:p>
            <a:r>
              <a:rPr lang="en-US" dirty="0">
                <a:solidFill>
                  <a:srgbClr val="FFFFFF"/>
                </a:solidFill>
              </a:rPr>
              <a:t>Summary and Conclusions</a:t>
            </a:r>
            <a:endParaRPr lang="en-IL"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69AA107-0BB4-B6D2-A0F9-7A5077B3E458}"/>
              </a:ext>
            </a:extLst>
          </p:cNvPr>
          <p:cNvSpPr>
            <a:spLocks noGrp="1"/>
          </p:cNvSpPr>
          <p:nvPr>
            <p:ph idx="1"/>
          </p:nvPr>
        </p:nvSpPr>
        <p:spPr>
          <a:xfrm>
            <a:off x="4447308" y="591344"/>
            <a:ext cx="6906491" cy="5585619"/>
          </a:xfrm>
        </p:spPr>
        <p:txBody>
          <a:bodyPr anchor="ctr">
            <a:normAutofit/>
          </a:bodyPr>
          <a:lstStyle/>
          <a:p>
            <a:pPr algn="l"/>
            <a:r>
              <a:rPr lang="en-US" dirty="0"/>
              <a:t>The analysis can be improved by advanced clearing of anomalies, expanding the sample size, and using more advanced machine learning models such as neural networks or models with better statistical calibration. In addition, examining the impact of other factors such as socioeconomic status, medical history, and access to medical care may yield additional insights and improve the quality of inference from the data</a:t>
            </a:r>
            <a:endParaRPr lang="en-IL" dirty="0"/>
          </a:p>
        </p:txBody>
      </p:sp>
    </p:spTree>
    <p:extLst>
      <p:ext uri="{BB962C8B-B14F-4D97-AF65-F5344CB8AC3E}">
        <p14:creationId xmlns:p14="http://schemas.microsoft.com/office/powerpoint/2010/main" val="2808224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BFA4A-1050-F66D-B436-5D9113E904AA}"/>
              </a:ext>
            </a:extLst>
          </p:cNvPr>
          <p:cNvSpPr>
            <a:spLocks noGrp="1"/>
          </p:cNvSpPr>
          <p:nvPr>
            <p:ph type="title"/>
          </p:nvPr>
        </p:nvSpPr>
        <p:spPr/>
        <p:txBody>
          <a:bodyPr/>
          <a:lstStyle/>
          <a:p>
            <a:pPr algn="ctr"/>
            <a:r>
              <a:rPr lang="en-US" dirty="0"/>
              <a:t>Summary and Conclusions</a:t>
            </a:r>
            <a:endParaRPr lang="en-IL" dirty="0"/>
          </a:p>
        </p:txBody>
      </p:sp>
      <p:graphicFrame>
        <p:nvGraphicFramePr>
          <p:cNvPr id="5" name="Content Placeholder 2">
            <a:extLst>
              <a:ext uri="{FF2B5EF4-FFF2-40B4-BE49-F238E27FC236}">
                <a16:creationId xmlns:a16="http://schemas.microsoft.com/office/drawing/2014/main" id="{D226D83D-6005-628E-BD64-02E70FBFCCEB}"/>
              </a:ext>
            </a:extLst>
          </p:cNvPr>
          <p:cNvGraphicFramePr>
            <a:graphicFrameLocks noGrp="1"/>
          </p:cNvGraphicFramePr>
          <p:nvPr>
            <p:ph idx="1"/>
            <p:extLst>
              <p:ext uri="{D42A27DB-BD31-4B8C-83A1-F6EECF244321}">
                <p14:modId xmlns:p14="http://schemas.microsoft.com/office/powerpoint/2010/main" val="375575758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981575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B152FE5-065D-35A2-B3DF-B98EF01552D9}"/>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dirty="0">
                <a:solidFill>
                  <a:schemeClr val="tx1"/>
                </a:solidFill>
                <a:latin typeface="+mj-lt"/>
                <a:ea typeface="+mj-ea"/>
                <a:cs typeface="+mj-cs"/>
              </a:rPr>
              <a:t>Thank You For Listening!</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6580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899</TotalTime>
  <Words>736</Words>
  <Application>Microsoft Office PowerPoint</Application>
  <PresentationFormat>Widescreen</PresentationFormat>
  <Paragraphs>65</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Aptos Display</vt:lpstr>
      <vt:lpstr>Arial</vt:lpstr>
      <vt:lpstr>Calibri</vt:lpstr>
      <vt:lpstr>Office Theme</vt:lpstr>
      <vt:lpstr>Machine Learning Applications in Medicine   Chronic Kidney Disease – Data Analysis, Graphs and Conclusions</vt:lpstr>
      <vt:lpstr>Introduction</vt:lpstr>
      <vt:lpstr>Understanding the data</vt:lpstr>
      <vt:lpstr>CKD – Chronic Kidney Disease</vt:lpstr>
      <vt:lpstr>Data Analysis</vt:lpstr>
      <vt:lpstr>Results</vt:lpstr>
      <vt:lpstr>Number of deaths in a hospital with and without kidney disease</vt:lpstr>
      <vt:lpstr>Mortality by age</vt:lpstr>
      <vt:lpstr>Number of deaths in relation to the length of stay in the hospital</vt:lpstr>
      <vt:lpstr>The relationship between Chronic Kidney Disease and Urine Output.</vt:lpstr>
      <vt:lpstr>Mortality by ethnicity</vt:lpstr>
      <vt:lpstr>Death Rate In relation to Gender</vt:lpstr>
      <vt:lpstr>Mortality rate in relation to urinary output parameter</vt:lpstr>
      <vt:lpstr>Urine Daily Output In Relation to Death </vt:lpstr>
      <vt:lpstr>Chi-Squared Test</vt:lpstr>
      <vt:lpstr>Z-test proportionality measurement</vt:lpstr>
      <vt:lpstr>Summary and Conclusions</vt:lpstr>
      <vt:lpstr>Summary and Conclusions</vt:lpstr>
      <vt:lpstr>Summary and Conclusions</vt:lpstr>
      <vt:lpstr>Summary and Conclusions</vt:lpstr>
      <vt:lpstr>Thank You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אושר דיגורקר</dc:creator>
  <cp:lastModifiedBy>יובל בר ברונשטיין</cp:lastModifiedBy>
  <cp:revision>12</cp:revision>
  <dcterms:created xsi:type="dcterms:W3CDTF">2025-04-02T13:59:03Z</dcterms:created>
  <dcterms:modified xsi:type="dcterms:W3CDTF">2025-04-06T20:08:11Z</dcterms:modified>
</cp:coreProperties>
</file>